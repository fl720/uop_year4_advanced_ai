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Lst>
  <p:notesMasterIdLst>
    <p:notesMasterId r:id="rId5"/>
  </p:notesMasterIdLst>
  <p:handoutMasterIdLst>
    <p:handoutMasterId r:id="rId6"/>
  </p:handoutMasterIdLst>
  <p:sldIdLst>
    <p:sldId id="489" r:id="rId2"/>
    <p:sldId id="492" r:id="rId3"/>
    <p:sldId id="491" r:id="rId4"/>
  </p:sldIdLst>
  <p:sldSz cx="9144000" cy="6858000" type="screen4x3"/>
  <p:notesSz cx="6797675" cy="9926638"/>
  <p:defaultTextStyle>
    <a:defPPr>
      <a:defRPr lang="en-GB"/>
    </a:defPPr>
    <a:lvl1pPr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5pPr>
    <a:lvl6pPr marL="2286000" algn="l" defTabSz="914400" rtl="0" eaLnBrk="1" latinLnBrk="0" hangingPunct="1">
      <a:defRPr sz="2400" kern="1200">
        <a:solidFill>
          <a:schemeClr val="tx1"/>
        </a:solidFill>
        <a:latin typeface="Tahoma" panose="020B0604030504040204" pitchFamily="34" charset="0"/>
        <a:ea typeface="+mn-ea"/>
        <a:cs typeface="+mn-cs"/>
      </a:defRPr>
    </a:lvl6pPr>
    <a:lvl7pPr marL="2743200" algn="l" defTabSz="914400" rtl="0" eaLnBrk="1" latinLnBrk="0" hangingPunct="1">
      <a:defRPr sz="2400" kern="1200">
        <a:solidFill>
          <a:schemeClr val="tx1"/>
        </a:solidFill>
        <a:latin typeface="Tahoma" panose="020B0604030504040204" pitchFamily="34" charset="0"/>
        <a:ea typeface="+mn-ea"/>
        <a:cs typeface="+mn-cs"/>
      </a:defRPr>
    </a:lvl7pPr>
    <a:lvl8pPr marL="3200400" algn="l" defTabSz="914400" rtl="0" eaLnBrk="1" latinLnBrk="0" hangingPunct="1">
      <a:defRPr sz="2400" kern="1200">
        <a:solidFill>
          <a:schemeClr val="tx1"/>
        </a:solidFill>
        <a:latin typeface="Tahoma" panose="020B0604030504040204" pitchFamily="34" charset="0"/>
        <a:ea typeface="+mn-ea"/>
        <a:cs typeface="+mn-cs"/>
      </a:defRPr>
    </a:lvl8pPr>
    <a:lvl9pPr marL="3657600" algn="l" defTabSz="914400" rtl="0" eaLnBrk="1" latinLnBrk="0" hangingPunct="1">
      <a:defRPr sz="2400"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1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C"/>
    <a:srgbClr val="FFFFFF"/>
    <a:srgbClr val="003FBC"/>
    <a:srgbClr val="0037A4"/>
    <a:srgbClr val="0051F2"/>
    <a:srgbClr val="CC6600"/>
    <a:srgbClr val="000000"/>
    <a:srgbClr val="9900FF"/>
    <a:srgbClr val="33CC33"/>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800" autoAdjust="0"/>
    <p:restoredTop sz="94660" autoAdjust="0"/>
  </p:normalViewPr>
  <p:slideViewPr>
    <p:cSldViewPr>
      <p:cViewPr varScale="1">
        <p:scale>
          <a:sx n="102" d="100"/>
          <a:sy n="102" d="100"/>
        </p:scale>
        <p:origin x="76" y="248"/>
      </p:cViewPr>
      <p:guideLst>
        <p:guide orient="horz" pos="2160"/>
        <p:guide pos="182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8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17825" cy="533400"/>
          </a:xfrm>
          <a:prstGeom prst="rect">
            <a:avLst/>
          </a:prstGeom>
          <a:noFill/>
          <a:ln w="9525">
            <a:noFill/>
            <a:miter lim="800000"/>
            <a:headEnd/>
            <a:tailEnd/>
          </a:ln>
          <a:effectLst/>
        </p:spPr>
        <p:txBody>
          <a:bodyPr vert="horz" wrap="square" lIns="91161" tIns="45581" rIns="91161" bIns="45581" numCol="1" anchor="t" anchorCtr="0" compatLnSpc="1">
            <a:prstTxWarp prst="textNoShape">
              <a:avLst/>
            </a:prstTxWarp>
          </a:bodyPr>
          <a:lstStyle>
            <a:lvl1pPr defTabSz="910880" eaLnBrk="0" hangingPunct="0">
              <a:defRPr sz="1200">
                <a:latin typeface="Times New Roman" pitchFamily="18" charset="0"/>
              </a:defRPr>
            </a:lvl1pPr>
          </a:lstStyle>
          <a:p>
            <a:pPr>
              <a:defRPr/>
            </a:pPr>
            <a:endParaRPr lang="en-GB"/>
          </a:p>
        </p:txBody>
      </p:sp>
      <p:sp>
        <p:nvSpPr>
          <p:cNvPr id="48131" name="Rectangle 3"/>
          <p:cNvSpPr>
            <a:spLocks noGrp="1" noChangeArrowheads="1"/>
          </p:cNvSpPr>
          <p:nvPr>
            <p:ph type="dt" sz="quarter" idx="1"/>
          </p:nvPr>
        </p:nvSpPr>
        <p:spPr bwMode="auto">
          <a:xfrm>
            <a:off x="3840163" y="0"/>
            <a:ext cx="2919412" cy="533400"/>
          </a:xfrm>
          <a:prstGeom prst="rect">
            <a:avLst/>
          </a:prstGeom>
          <a:noFill/>
          <a:ln w="9525">
            <a:noFill/>
            <a:miter lim="800000"/>
            <a:headEnd/>
            <a:tailEnd/>
          </a:ln>
          <a:effectLst/>
        </p:spPr>
        <p:txBody>
          <a:bodyPr vert="horz" wrap="square" lIns="91161" tIns="45581" rIns="91161" bIns="45581" numCol="1" anchor="t" anchorCtr="0" compatLnSpc="1">
            <a:prstTxWarp prst="textNoShape">
              <a:avLst/>
            </a:prstTxWarp>
          </a:bodyPr>
          <a:lstStyle>
            <a:lvl1pPr algn="r" defTabSz="910880" eaLnBrk="0" hangingPunct="0">
              <a:defRPr sz="1200">
                <a:latin typeface="Times New Roman" pitchFamily="18" charset="0"/>
              </a:defRPr>
            </a:lvl1pPr>
          </a:lstStyle>
          <a:p>
            <a:pPr>
              <a:defRPr/>
            </a:pPr>
            <a:endParaRPr lang="en-GB"/>
          </a:p>
        </p:txBody>
      </p:sp>
      <p:sp>
        <p:nvSpPr>
          <p:cNvPr id="48132" name="Rectangle 4"/>
          <p:cNvSpPr>
            <a:spLocks noGrp="1" noChangeArrowheads="1"/>
          </p:cNvSpPr>
          <p:nvPr>
            <p:ph type="ftr" sz="quarter" idx="2"/>
          </p:nvPr>
        </p:nvSpPr>
        <p:spPr bwMode="auto">
          <a:xfrm>
            <a:off x="0" y="9393238"/>
            <a:ext cx="2917825" cy="533400"/>
          </a:xfrm>
          <a:prstGeom prst="rect">
            <a:avLst/>
          </a:prstGeom>
          <a:noFill/>
          <a:ln w="9525">
            <a:noFill/>
            <a:miter lim="800000"/>
            <a:headEnd/>
            <a:tailEnd/>
          </a:ln>
          <a:effectLst/>
        </p:spPr>
        <p:txBody>
          <a:bodyPr vert="horz" wrap="square" lIns="91161" tIns="45581" rIns="91161" bIns="45581" numCol="1" anchor="b" anchorCtr="0" compatLnSpc="1">
            <a:prstTxWarp prst="textNoShape">
              <a:avLst/>
            </a:prstTxWarp>
          </a:bodyPr>
          <a:lstStyle>
            <a:lvl1pPr defTabSz="910880" eaLnBrk="0" hangingPunct="0">
              <a:defRPr sz="1200">
                <a:latin typeface="Times New Roman" pitchFamily="18" charset="0"/>
              </a:defRPr>
            </a:lvl1pPr>
          </a:lstStyle>
          <a:p>
            <a:pPr>
              <a:defRPr/>
            </a:pPr>
            <a:endParaRPr lang="en-GB"/>
          </a:p>
        </p:txBody>
      </p:sp>
      <p:sp>
        <p:nvSpPr>
          <p:cNvPr id="48133" name="Rectangle 5"/>
          <p:cNvSpPr>
            <a:spLocks noGrp="1" noChangeArrowheads="1"/>
          </p:cNvSpPr>
          <p:nvPr>
            <p:ph type="sldNum" sz="quarter" idx="3"/>
          </p:nvPr>
        </p:nvSpPr>
        <p:spPr bwMode="auto">
          <a:xfrm>
            <a:off x="3840163" y="9393238"/>
            <a:ext cx="2919412" cy="533400"/>
          </a:xfrm>
          <a:prstGeom prst="rect">
            <a:avLst/>
          </a:prstGeom>
          <a:noFill/>
          <a:ln w="9525">
            <a:noFill/>
            <a:miter lim="800000"/>
            <a:headEnd/>
            <a:tailEnd/>
          </a:ln>
          <a:effectLst/>
        </p:spPr>
        <p:txBody>
          <a:bodyPr vert="horz" wrap="square" lIns="91161" tIns="45581" rIns="91161" bIns="45581" numCol="1" anchor="b" anchorCtr="0" compatLnSpc="1">
            <a:prstTxWarp prst="textNoShape">
              <a:avLst/>
            </a:prstTxWarp>
          </a:bodyPr>
          <a:lstStyle>
            <a:lvl1pPr algn="r" defTabSz="909638">
              <a:defRPr sz="1200">
                <a:latin typeface="Times New Roman" panose="02020603050405020304" pitchFamily="18" charset="0"/>
              </a:defRPr>
            </a:lvl1pPr>
          </a:lstStyle>
          <a:p>
            <a:fld id="{31D3B900-FFB9-4333-B80F-5A472043669D}" type="slidenum">
              <a:rPr lang="en-GB" altLang="en-US"/>
              <a:pPr/>
              <a:t>‹#›</a:t>
            </a:fld>
            <a:endParaRPr lang="en-GB" altLang="en-US"/>
          </a:p>
        </p:txBody>
      </p:sp>
    </p:spTree>
    <p:extLst>
      <p:ext uri="{BB962C8B-B14F-4D97-AF65-F5344CB8AC3E}">
        <p14:creationId xmlns:p14="http://schemas.microsoft.com/office/powerpoint/2010/main" val="4491687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44813" cy="496888"/>
          </a:xfrm>
          <a:prstGeom prst="rect">
            <a:avLst/>
          </a:prstGeom>
          <a:noFill/>
          <a:ln w="9525">
            <a:noFill/>
            <a:miter lim="800000"/>
            <a:headEnd/>
            <a:tailEnd/>
          </a:ln>
          <a:effectLst/>
        </p:spPr>
        <p:txBody>
          <a:bodyPr vert="horz" wrap="square" lIns="91161" tIns="45581" rIns="91161" bIns="45581" numCol="1" anchor="t" anchorCtr="0" compatLnSpc="1">
            <a:prstTxWarp prst="textNoShape">
              <a:avLst/>
            </a:prstTxWarp>
          </a:bodyPr>
          <a:lstStyle>
            <a:lvl1pPr defTabSz="910880" eaLnBrk="0" hangingPunct="0">
              <a:defRPr sz="1200">
                <a:latin typeface="Times New Roman" pitchFamily="18" charset="0"/>
              </a:defRPr>
            </a:lvl1pPr>
          </a:lstStyle>
          <a:p>
            <a:pPr>
              <a:defRPr/>
            </a:pPr>
            <a:endParaRPr lang="en-GB"/>
          </a:p>
        </p:txBody>
      </p:sp>
      <p:sp>
        <p:nvSpPr>
          <p:cNvPr id="3075" name="Rectangle 3"/>
          <p:cNvSpPr>
            <a:spLocks noGrp="1" noChangeArrowheads="1"/>
          </p:cNvSpPr>
          <p:nvPr>
            <p:ph type="dt" idx="1"/>
          </p:nvPr>
        </p:nvSpPr>
        <p:spPr bwMode="auto">
          <a:xfrm>
            <a:off x="3852863" y="0"/>
            <a:ext cx="2944812" cy="496888"/>
          </a:xfrm>
          <a:prstGeom prst="rect">
            <a:avLst/>
          </a:prstGeom>
          <a:noFill/>
          <a:ln w="9525">
            <a:noFill/>
            <a:miter lim="800000"/>
            <a:headEnd/>
            <a:tailEnd/>
          </a:ln>
          <a:effectLst/>
        </p:spPr>
        <p:txBody>
          <a:bodyPr vert="horz" wrap="square" lIns="91161" tIns="45581" rIns="91161" bIns="45581" numCol="1" anchor="t" anchorCtr="0" compatLnSpc="1">
            <a:prstTxWarp prst="textNoShape">
              <a:avLst/>
            </a:prstTxWarp>
          </a:bodyPr>
          <a:lstStyle>
            <a:lvl1pPr algn="r" defTabSz="910880" eaLnBrk="0" hangingPunct="0">
              <a:defRPr sz="1200">
                <a:latin typeface="Times New Roman" pitchFamily="18" charset="0"/>
              </a:defRPr>
            </a:lvl1pPr>
          </a:lstStyle>
          <a:p>
            <a:pPr>
              <a:defRPr/>
            </a:pPr>
            <a:endParaRPr lang="en-GB"/>
          </a:p>
        </p:txBody>
      </p:sp>
      <p:sp>
        <p:nvSpPr>
          <p:cNvPr id="5124" name="Rectangle 4"/>
          <p:cNvSpPr>
            <a:spLocks noGrp="1" noRot="1" noChangeAspect="1" noChangeArrowheads="1" noTextEdit="1"/>
          </p:cNvSpPr>
          <p:nvPr>
            <p:ph type="sldImg" idx="2"/>
          </p:nvPr>
        </p:nvSpPr>
        <p:spPr bwMode="auto">
          <a:xfrm>
            <a:off x="919163" y="744538"/>
            <a:ext cx="4960937" cy="37211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906463" y="4714875"/>
            <a:ext cx="4984750" cy="4467225"/>
          </a:xfrm>
          <a:prstGeom prst="rect">
            <a:avLst/>
          </a:prstGeom>
          <a:noFill/>
          <a:ln w="9525">
            <a:noFill/>
            <a:miter lim="800000"/>
            <a:headEnd/>
            <a:tailEnd/>
          </a:ln>
          <a:effectLst/>
        </p:spPr>
        <p:txBody>
          <a:bodyPr vert="horz" wrap="square" lIns="91161" tIns="45581" rIns="91161" bIns="45581"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078" name="Rectangle 6"/>
          <p:cNvSpPr>
            <a:spLocks noGrp="1" noChangeArrowheads="1"/>
          </p:cNvSpPr>
          <p:nvPr>
            <p:ph type="ftr" sz="quarter" idx="4"/>
          </p:nvPr>
        </p:nvSpPr>
        <p:spPr bwMode="auto">
          <a:xfrm>
            <a:off x="0" y="9429750"/>
            <a:ext cx="2944813" cy="496888"/>
          </a:xfrm>
          <a:prstGeom prst="rect">
            <a:avLst/>
          </a:prstGeom>
          <a:noFill/>
          <a:ln w="9525">
            <a:noFill/>
            <a:miter lim="800000"/>
            <a:headEnd/>
            <a:tailEnd/>
          </a:ln>
          <a:effectLst/>
        </p:spPr>
        <p:txBody>
          <a:bodyPr vert="horz" wrap="square" lIns="91161" tIns="45581" rIns="91161" bIns="45581" numCol="1" anchor="b" anchorCtr="0" compatLnSpc="1">
            <a:prstTxWarp prst="textNoShape">
              <a:avLst/>
            </a:prstTxWarp>
          </a:bodyPr>
          <a:lstStyle>
            <a:lvl1pPr defTabSz="910880" eaLnBrk="0" hangingPunct="0">
              <a:defRPr sz="1200">
                <a:latin typeface="Times New Roman" pitchFamily="18" charset="0"/>
              </a:defRPr>
            </a:lvl1pPr>
          </a:lstStyle>
          <a:p>
            <a:pPr>
              <a:defRPr/>
            </a:pPr>
            <a:endParaRPr lang="en-GB"/>
          </a:p>
        </p:txBody>
      </p:sp>
      <p:sp>
        <p:nvSpPr>
          <p:cNvPr id="3079" name="Rectangle 7"/>
          <p:cNvSpPr>
            <a:spLocks noGrp="1" noChangeArrowheads="1"/>
          </p:cNvSpPr>
          <p:nvPr>
            <p:ph type="sldNum" sz="quarter" idx="5"/>
          </p:nvPr>
        </p:nvSpPr>
        <p:spPr bwMode="auto">
          <a:xfrm>
            <a:off x="3852863" y="9429750"/>
            <a:ext cx="2944812" cy="496888"/>
          </a:xfrm>
          <a:prstGeom prst="rect">
            <a:avLst/>
          </a:prstGeom>
          <a:noFill/>
          <a:ln w="9525">
            <a:noFill/>
            <a:miter lim="800000"/>
            <a:headEnd/>
            <a:tailEnd/>
          </a:ln>
          <a:effectLst/>
        </p:spPr>
        <p:txBody>
          <a:bodyPr vert="horz" wrap="square" lIns="91161" tIns="45581" rIns="91161" bIns="45581" numCol="1" anchor="b" anchorCtr="0" compatLnSpc="1">
            <a:prstTxWarp prst="textNoShape">
              <a:avLst/>
            </a:prstTxWarp>
          </a:bodyPr>
          <a:lstStyle>
            <a:lvl1pPr algn="r" defTabSz="909638">
              <a:defRPr sz="1200">
                <a:latin typeface="Times New Roman" panose="02020603050405020304" pitchFamily="18" charset="0"/>
              </a:defRPr>
            </a:lvl1pPr>
          </a:lstStyle>
          <a:p>
            <a:fld id="{5FBB75D3-B86C-4DD9-B751-E2539168F21A}" type="slidenum">
              <a:rPr lang="en-GB" altLang="en-US"/>
              <a:pPr/>
              <a:t>‹#›</a:t>
            </a:fld>
            <a:endParaRPr lang="en-GB" altLang="en-US"/>
          </a:p>
        </p:txBody>
      </p:sp>
    </p:spTree>
    <p:extLst>
      <p:ext uri="{BB962C8B-B14F-4D97-AF65-F5344CB8AC3E}">
        <p14:creationId xmlns:p14="http://schemas.microsoft.com/office/powerpoint/2010/main" val="157382120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p:cNvSpPr>
            <a:spLocks noGrp="1" noChangeArrowheads="1"/>
          </p:cNvSpPr>
          <p:nvPr>
            <p:ph type="dt" sz="half" idx="10"/>
          </p:nvPr>
        </p:nvSpPr>
        <p:spPr>
          <a:ln/>
        </p:spPr>
        <p:txBody>
          <a:bodyPr/>
          <a:lstStyle>
            <a:lvl1pPr>
              <a:defRPr/>
            </a:lvl1pPr>
          </a:lstStyle>
          <a:p>
            <a:pPr>
              <a:defRPr/>
            </a:pPr>
            <a:fld id="{7E6EBFB4-AB21-414A-9E1B-C79D57ABBBBE}" type="datetime1">
              <a:rPr lang="en-GB"/>
              <a:pPr>
                <a:defRPr/>
              </a:pPr>
              <a:t>03/02/2026</a:t>
            </a:fld>
            <a:endParaRPr lang="en-GB"/>
          </a:p>
        </p:txBody>
      </p:sp>
      <p:sp>
        <p:nvSpPr>
          <p:cNvPr id="5" name="Rectangle 12"/>
          <p:cNvSpPr>
            <a:spLocks noGrp="1" noChangeArrowheads="1"/>
          </p:cNvSpPr>
          <p:nvPr>
            <p:ph type="ftr" sz="quarter" idx="11"/>
          </p:nvPr>
        </p:nvSpPr>
        <p:spPr>
          <a:ln/>
        </p:spPr>
        <p:txBody>
          <a:bodyPr/>
          <a:lstStyle>
            <a:lvl1pPr>
              <a:defRPr/>
            </a:lvl1pPr>
          </a:lstStyle>
          <a:p>
            <a:pPr>
              <a:defRPr/>
            </a:pPr>
            <a:r>
              <a:rPr lang="en-GB"/>
              <a:t>Dr. I. Jordanov</a:t>
            </a:r>
          </a:p>
        </p:txBody>
      </p:sp>
      <p:sp>
        <p:nvSpPr>
          <p:cNvPr id="6" name="Rectangle 13"/>
          <p:cNvSpPr>
            <a:spLocks noGrp="1" noChangeArrowheads="1"/>
          </p:cNvSpPr>
          <p:nvPr>
            <p:ph type="sldNum" sz="quarter" idx="12"/>
          </p:nvPr>
        </p:nvSpPr>
        <p:spPr>
          <a:ln/>
        </p:spPr>
        <p:txBody>
          <a:bodyPr/>
          <a:lstStyle>
            <a:lvl1pPr>
              <a:defRPr/>
            </a:lvl1pPr>
          </a:lstStyle>
          <a:p>
            <a:fld id="{A6B52D1B-0396-4E7F-B4EB-EAF60257B696}" type="slidenum">
              <a:rPr lang="en-GB" altLang="en-US"/>
              <a:pPr/>
              <a:t>‹#›</a:t>
            </a:fld>
            <a:endParaRPr lang="en-GB" altLang="en-US"/>
          </a:p>
        </p:txBody>
      </p:sp>
    </p:spTree>
    <p:extLst>
      <p:ext uri="{BB962C8B-B14F-4D97-AF65-F5344CB8AC3E}">
        <p14:creationId xmlns:p14="http://schemas.microsoft.com/office/powerpoint/2010/main" val="3887415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p:cNvSpPr>
            <a:spLocks noGrp="1" noChangeArrowheads="1"/>
          </p:cNvSpPr>
          <p:nvPr>
            <p:ph type="dt" sz="half" idx="10"/>
          </p:nvPr>
        </p:nvSpPr>
        <p:spPr>
          <a:ln/>
        </p:spPr>
        <p:txBody>
          <a:bodyPr/>
          <a:lstStyle>
            <a:lvl1pPr>
              <a:defRPr/>
            </a:lvl1pPr>
          </a:lstStyle>
          <a:p>
            <a:pPr>
              <a:defRPr/>
            </a:pPr>
            <a:fld id="{58DC34D4-B4EA-4EDA-8E75-D2FBEFF496EA}" type="datetime1">
              <a:rPr lang="en-GB"/>
              <a:pPr>
                <a:defRPr/>
              </a:pPr>
              <a:t>03/02/2026</a:t>
            </a:fld>
            <a:endParaRPr lang="en-GB"/>
          </a:p>
        </p:txBody>
      </p:sp>
      <p:sp>
        <p:nvSpPr>
          <p:cNvPr id="5" name="Rectangle 12"/>
          <p:cNvSpPr>
            <a:spLocks noGrp="1" noChangeArrowheads="1"/>
          </p:cNvSpPr>
          <p:nvPr>
            <p:ph type="ftr" sz="quarter" idx="11"/>
          </p:nvPr>
        </p:nvSpPr>
        <p:spPr>
          <a:ln/>
        </p:spPr>
        <p:txBody>
          <a:bodyPr/>
          <a:lstStyle>
            <a:lvl1pPr>
              <a:defRPr/>
            </a:lvl1pPr>
          </a:lstStyle>
          <a:p>
            <a:pPr>
              <a:defRPr/>
            </a:pPr>
            <a:r>
              <a:rPr lang="en-GB"/>
              <a:t>Dr. I. Jordanov</a:t>
            </a:r>
          </a:p>
        </p:txBody>
      </p:sp>
      <p:sp>
        <p:nvSpPr>
          <p:cNvPr id="6" name="Rectangle 13"/>
          <p:cNvSpPr>
            <a:spLocks noGrp="1" noChangeArrowheads="1"/>
          </p:cNvSpPr>
          <p:nvPr>
            <p:ph type="sldNum" sz="quarter" idx="12"/>
          </p:nvPr>
        </p:nvSpPr>
        <p:spPr>
          <a:ln/>
        </p:spPr>
        <p:txBody>
          <a:bodyPr/>
          <a:lstStyle>
            <a:lvl1pPr>
              <a:defRPr/>
            </a:lvl1pPr>
          </a:lstStyle>
          <a:p>
            <a:fld id="{F108F904-F3F5-41CA-97C6-2071A5C84160}" type="slidenum">
              <a:rPr lang="en-GB" altLang="en-US"/>
              <a:pPr/>
              <a:t>‹#›</a:t>
            </a:fld>
            <a:endParaRPr lang="en-GB" altLang="en-US"/>
          </a:p>
        </p:txBody>
      </p:sp>
    </p:spTree>
    <p:extLst>
      <p:ext uri="{BB962C8B-B14F-4D97-AF65-F5344CB8AC3E}">
        <p14:creationId xmlns:p14="http://schemas.microsoft.com/office/powerpoint/2010/main" val="805144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11"/>
          <p:cNvSpPr>
            <a:spLocks noGrp="1" noChangeArrowheads="1"/>
          </p:cNvSpPr>
          <p:nvPr>
            <p:ph type="dt" sz="half" idx="10"/>
          </p:nvPr>
        </p:nvSpPr>
        <p:spPr>
          <a:ln/>
        </p:spPr>
        <p:txBody>
          <a:bodyPr/>
          <a:lstStyle>
            <a:lvl1pPr>
              <a:defRPr/>
            </a:lvl1pPr>
          </a:lstStyle>
          <a:p>
            <a:pPr>
              <a:defRPr/>
            </a:pPr>
            <a:fld id="{468182F2-F90B-43B0-9F33-A4D7C4604D02}" type="datetime1">
              <a:rPr lang="en-GB"/>
              <a:pPr>
                <a:defRPr/>
              </a:pPr>
              <a:t>03/02/2026</a:t>
            </a:fld>
            <a:endParaRPr lang="en-GB"/>
          </a:p>
        </p:txBody>
      </p:sp>
      <p:sp>
        <p:nvSpPr>
          <p:cNvPr id="6" name="Rectangle 12"/>
          <p:cNvSpPr>
            <a:spLocks noGrp="1" noChangeArrowheads="1"/>
          </p:cNvSpPr>
          <p:nvPr>
            <p:ph type="ftr" sz="quarter" idx="11"/>
          </p:nvPr>
        </p:nvSpPr>
        <p:spPr>
          <a:ln/>
        </p:spPr>
        <p:txBody>
          <a:bodyPr/>
          <a:lstStyle>
            <a:lvl1pPr>
              <a:defRPr/>
            </a:lvl1pPr>
          </a:lstStyle>
          <a:p>
            <a:pPr>
              <a:defRPr/>
            </a:pPr>
            <a:r>
              <a:rPr lang="en-GB"/>
              <a:t>Dr. I. Jordanov</a:t>
            </a:r>
          </a:p>
        </p:txBody>
      </p:sp>
      <p:sp>
        <p:nvSpPr>
          <p:cNvPr id="7" name="Rectangle 13"/>
          <p:cNvSpPr>
            <a:spLocks noGrp="1" noChangeArrowheads="1"/>
          </p:cNvSpPr>
          <p:nvPr>
            <p:ph type="sldNum" sz="quarter" idx="12"/>
          </p:nvPr>
        </p:nvSpPr>
        <p:spPr>
          <a:ln/>
        </p:spPr>
        <p:txBody>
          <a:bodyPr/>
          <a:lstStyle>
            <a:lvl1pPr>
              <a:defRPr/>
            </a:lvl1pPr>
          </a:lstStyle>
          <a:p>
            <a:fld id="{64474B71-A083-487B-8BD9-ED56F6D1DBC7}" type="slidenum">
              <a:rPr lang="en-GB" altLang="en-US"/>
              <a:pPr/>
              <a:t>‹#›</a:t>
            </a:fld>
            <a:endParaRPr lang="en-GB" altLang="en-US"/>
          </a:p>
        </p:txBody>
      </p:sp>
    </p:spTree>
    <p:extLst>
      <p:ext uri="{BB962C8B-B14F-4D97-AF65-F5344CB8AC3E}">
        <p14:creationId xmlns:p14="http://schemas.microsoft.com/office/powerpoint/2010/main" val="36807181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11"/>
          <p:cNvSpPr>
            <a:spLocks noGrp="1" noChangeArrowheads="1"/>
          </p:cNvSpPr>
          <p:nvPr>
            <p:ph type="dt" sz="half" idx="10"/>
          </p:nvPr>
        </p:nvSpPr>
        <p:spPr>
          <a:ln/>
        </p:spPr>
        <p:txBody>
          <a:bodyPr/>
          <a:lstStyle>
            <a:lvl1pPr>
              <a:defRPr/>
            </a:lvl1pPr>
          </a:lstStyle>
          <a:p>
            <a:pPr>
              <a:defRPr/>
            </a:pPr>
            <a:fld id="{5C05A31C-AC5F-4055-B36A-71A681F08EFC}" type="datetime1">
              <a:rPr lang="en-GB"/>
              <a:pPr>
                <a:defRPr/>
              </a:pPr>
              <a:t>03/02/2026</a:t>
            </a:fld>
            <a:endParaRPr lang="en-GB"/>
          </a:p>
        </p:txBody>
      </p:sp>
      <p:sp>
        <p:nvSpPr>
          <p:cNvPr id="8" name="Rectangle 12"/>
          <p:cNvSpPr>
            <a:spLocks noGrp="1" noChangeArrowheads="1"/>
          </p:cNvSpPr>
          <p:nvPr>
            <p:ph type="ftr" sz="quarter" idx="11"/>
          </p:nvPr>
        </p:nvSpPr>
        <p:spPr>
          <a:ln/>
        </p:spPr>
        <p:txBody>
          <a:bodyPr/>
          <a:lstStyle>
            <a:lvl1pPr>
              <a:defRPr/>
            </a:lvl1pPr>
          </a:lstStyle>
          <a:p>
            <a:pPr>
              <a:defRPr/>
            </a:pPr>
            <a:r>
              <a:rPr lang="en-GB"/>
              <a:t>Dr. I. Jordanov</a:t>
            </a:r>
          </a:p>
        </p:txBody>
      </p:sp>
      <p:sp>
        <p:nvSpPr>
          <p:cNvPr id="9" name="Rectangle 13"/>
          <p:cNvSpPr>
            <a:spLocks noGrp="1" noChangeArrowheads="1"/>
          </p:cNvSpPr>
          <p:nvPr>
            <p:ph type="sldNum" sz="quarter" idx="12"/>
          </p:nvPr>
        </p:nvSpPr>
        <p:spPr>
          <a:ln/>
        </p:spPr>
        <p:txBody>
          <a:bodyPr/>
          <a:lstStyle>
            <a:lvl1pPr>
              <a:defRPr/>
            </a:lvl1pPr>
          </a:lstStyle>
          <a:p>
            <a:fld id="{012E7277-A5B7-40BC-A67F-7EB525B150A4}" type="slidenum">
              <a:rPr lang="en-GB" altLang="en-US"/>
              <a:pPr/>
              <a:t>‹#›</a:t>
            </a:fld>
            <a:endParaRPr lang="en-GB" altLang="en-US"/>
          </a:p>
        </p:txBody>
      </p:sp>
    </p:spTree>
    <p:extLst>
      <p:ext uri="{BB962C8B-B14F-4D97-AF65-F5344CB8AC3E}">
        <p14:creationId xmlns:p14="http://schemas.microsoft.com/office/powerpoint/2010/main" val="41482504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11"/>
          <p:cNvSpPr>
            <a:spLocks noGrp="1" noChangeArrowheads="1"/>
          </p:cNvSpPr>
          <p:nvPr>
            <p:ph type="dt" sz="half" idx="10"/>
          </p:nvPr>
        </p:nvSpPr>
        <p:spPr>
          <a:ln/>
        </p:spPr>
        <p:txBody>
          <a:bodyPr/>
          <a:lstStyle>
            <a:lvl1pPr>
              <a:defRPr/>
            </a:lvl1pPr>
          </a:lstStyle>
          <a:p>
            <a:pPr>
              <a:defRPr/>
            </a:pPr>
            <a:fld id="{5C42CA35-0660-42A0-8BCF-A4E351680CBE}" type="datetime1">
              <a:rPr lang="en-GB"/>
              <a:pPr>
                <a:defRPr/>
              </a:pPr>
              <a:t>03/02/2026</a:t>
            </a:fld>
            <a:endParaRPr lang="en-GB"/>
          </a:p>
        </p:txBody>
      </p:sp>
      <p:sp>
        <p:nvSpPr>
          <p:cNvPr id="4" name="Rectangle 12"/>
          <p:cNvSpPr>
            <a:spLocks noGrp="1" noChangeArrowheads="1"/>
          </p:cNvSpPr>
          <p:nvPr>
            <p:ph type="ftr" sz="quarter" idx="11"/>
          </p:nvPr>
        </p:nvSpPr>
        <p:spPr>
          <a:ln/>
        </p:spPr>
        <p:txBody>
          <a:bodyPr/>
          <a:lstStyle>
            <a:lvl1pPr>
              <a:defRPr/>
            </a:lvl1pPr>
          </a:lstStyle>
          <a:p>
            <a:pPr>
              <a:defRPr/>
            </a:pPr>
            <a:r>
              <a:rPr lang="en-GB"/>
              <a:t>Dr. I. Jordanov</a:t>
            </a:r>
          </a:p>
        </p:txBody>
      </p:sp>
      <p:sp>
        <p:nvSpPr>
          <p:cNvPr id="5" name="Rectangle 13"/>
          <p:cNvSpPr>
            <a:spLocks noGrp="1" noChangeArrowheads="1"/>
          </p:cNvSpPr>
          <p:nvPr>
            <p:ph type="sldNum" sz="quarter" idx="12"/>
          </p:nvPr>
        </p:nvSpPr>
        <p:spPr>
          <a:ln/>
        </p:spPr>
        <p:txBody>
          <a:bodyPr/>
          <a:lstStyle>
            <a:lvl1pPr>
              <a:defRPr/>
            </a:lvl1pPr>
          </a:lstStyle>
          <a:p>
            <a:fld id="{E45A2DF0-52BA-441A-B083-5851B268A590}" type="slidenum">
              <a:rPr lang="en-GB" altLang="en-US"/>
              <a:pPr/>
              <a:t>‹#›</a:t>
            </a:fld>
            <a:endParaRPr lang="en-GB" altLang="en-US"/>
          </a:p>
        </p:txBody>
      </p:sp>
    </p:spTree>
    <p:extLst>
      <p:ext uri="{BB962C8B-B14F-4D97-AF65-F5344CB8AC3E}">
        <p14:creationId xmlns:p14="http://schemas.microsoft.com/office/powerpoint/2010/main" val="2947422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fld id="{9554BB76-5160-4AE1-98E1-5467A4D6A14C}" type="datetime1">
              <a:rPr lang="en-GB"/>
              <a:pPr>
                <a:defRPr/>
              </a:pPr>
              <a:t>03/02/2026</a:t>
            </a:fld>
            <a:endParaRPr lang="en-GB"/>
          </a:p>
        </p:txBody>
      </p:sp>
      <p:sp>
        <p:nvSpPr>
          <p:cNvPr id="3" name="Rectangle 12"/>
          <p:cNvSpPr>
            <a:spLocks noGrp="1" noChangeArrowheads="1"/>
          </p:cNvSpPr>
          <p:nvPr>
            <p:ph type="ftr" sz="quarter" idx="11"/>
          </p:nvPr>
        </p:nvSpPr>
        <p:spPr>
          <a:ln/>
        </p:spPr>
        <p:txBody>
          <a:bodyPr/>
          <a:lstStyle>
            <a:lvl1pPr>
              <a:defRPr/>
            </a:lvl1pPr>
          </a:lstStyle>
          <a:p>
            <a:pPr>
              <a:defRPr/>
            </a:pPr>
            <a:r>
              <a:rPr lang="en-GB"/>
              <a:t>Dr. I. Jordanov</a:t>
            </a:r>
          </a:p>
        </p:txBody>
      </p:sp>
      <p:sp>
        <p:nvSpPr>
          <p:cNvPr id="4" name="Rectangle 13"/>
          <p:cNvSpPr>
            <a:spLocks noGrp="1" noChangeArrowheads="1"/>
          </p:cNvSpPr>
          <p:nvPr>
            <p:ph type="sldNum" sz="quarter" idx="12"/>
          </p:nvPr>
        </p:nvSpPr>
        <p:spPr>
          <a:ln/>
        </p:spPr>
        <p:txBody>
          <a:bodyPr/>
          <a:lstStyle>
            <a:lvl1pPr>
              <a:defRPr/>
            </a:lvl1pPr>
          </a:lstStyle>
          <a:p>
            <a:fld id="{607DB20D-8670-4998-9D0A-2D742BCD6377}" type="slidenum">
              <a:rPr lang="en-GB" altLang="en-US"/>
              <a:pPr/>
              <a:t>‹#›</a:t>
            </a:fld>
            <a:endParaRPr lang="en-GB" altLang="en-US"/>
          </a:p>
        </p:txBody>
      </p:sp>
    </p:spTree>
    <p:extLst>
      <p:ext uri="{BB962C8B-B14F-4D97-AF65-F5344CB8AC3E}">
        <p14:creationId xmlns:p14="http://schemas.microsoft.com/office/powerpoint/2010/main" val="573752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p:cNvSpPr>
            <a:spLocks noGrp="1" noChangeArrowheads="1"/>
          </p:cNvSpPr>
          <p:nvPr>
            <p:ph type="dt" sz="half" idx="10"/>
          </p:nvPr>
        </p:nvSpPr>
        <p:spPr>
          <a:ln/>
        </p:spPr>
        <p:txBody>
          <a:bodyPr/>
          <a:lstStyle>
            <a:lvl1pPr>
              <a:defRPr/>
            </a:lvl1pPr>
          </a:lstStyle>
          <a:p>
            <a:pPr>
              <a:defRPr/>
            </a:pPr>
            <a:fld id="{7AA78FF3-3B20-403B-B144-8C3DF8E737CD}" type="datetime1">
              <a:rPr lang="en-GB"/>
              <a:pPr>
                <a:defRPr/>
              </a:pPr>
              <a:t>03/02/2026</a:t>
            </a:fld>
            <a:endParaRPr lang="en-GB"/>
          </a:p>
        </p:txBody>
      </p:sp>
      <p:sp>
        <p:nvSpPr>
          <p:cNvPr id="6" name="Rectangle 12"/>
          <p:cNvSpPr>
            <a:spLocks noGrp="1" noChangeArrowheads="1"/>
          </p:cNvSpPr>
          <p:nvPr>
            <p:ph type="ftr" sz="quarter" idx="11"/>
          </p:nvPr>
        </p:nvSpPr>
        <p:spPr>
          <a:ln/>
        </p:spPr>
        <p:txBody>
          <a:bodyPr/>
          <a:lstStyle>
            <a:lvl1pPr>
              <a:defRPr/>
            </a:lvl1pPr>
          </a:lstStyle>
          <a:p>
            <a:pPr>
              <a:defRPr/>
            </a:pPr>
            <a:r>
              <a:rPr lang="en-GB"/>
              <a:t>Dr. I. Jordanov</a:t>
            </a:r>
          </a:p>
        </p:txBody>
      </p:sp>
      <p:sp>
        <p:nvSpPr>
          <p:cNvPr id="7" name="Rectangle 13"/>
          <p:cNvSpPr>
            <a:spLocks noGrp="1" noChangeArrowheads="1"/>
          </p:cNvSpPr>
          <p:nvPr>
            <p:ph type="sldNum" sz="quarter" idx="12"/>
          </p:nvPr>
        </p:nvSpPr>
        <p:spPr>
          <a:ln/>
        </p:spPr>
        <p:txBody>
          <a:bodyPr/>
          <a:lstStyle>
            <a:lvl1pPr>
              <a:defRPr/>
            </a:lvl1pPr>
          </a:lstStyle>
          <a:p>
            <a:fld id="{CB57A941-8FA7-4F6C-9981-08CDAC243AAC}" type="slidenum">
              <a:rPr lang="en-GB" altLang="en-US"/>
              <a:pPr/>
              <a:t>‹#›</a:t>
            </a:fld>
            <a:endParaRPr lang="en-GB" altLang="en-US"/>
          </a:p>
        </p:txBody>
      </p:sp>
    </p:spTree>
    <p:extLst>
      <p:ext uri="{BB962C8B-B14F-4D97-AF65-F5344CB8AC3E}">
        <p14:creationId xmlns:p14="http://schemas.microsoft.com/office/powerpoint/2010/main" val="21887453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p:cNvSpPr>
            <a:spLocks noGrp="1" noChangeArrowheads="1"/>
          </p:cNvSpPr>
          <p:nvPr>
            <p:ph type="dt" sz="half" idx="10"/>
          </p:nvPr>
        </p:nvSpPr>
        <p:spPr>
          <a:ln/>
        </p:spPr>
        <p:txBody>
          <a:bodyPr/>
          <a:lstStyle>
            <a:lvl1pPr>
              <a:defRPr/>
            </a:lvl1pPr>
          </a:lstStyle>
          <a:p>
            <a:pPr>
              <a:defRPr/>
            </a:pPr>
            <a:fld id="{D99B82C9-98D9-4B08-9A3B-5517E984F489}" type="datetime1">
              <a:rPr lang="en-GB"/>
              <a:pPr>
                <a:defRPr/>
              </a:pPr>
              <a:t>03/02/2026</a:t>
            </a:fld>
            <a:endParaRPr lang="en-GB"/>
          </a:p>
        </p:txBody>
      </p:sp>
      <p:sp>
        <p:nvSpPr>
          <p:cNvPr id="6" name="Rectangle 12"/>
          <p:cNvSpPr>
            <a:spLocks noGrp="1" noChangeArrowheads="1"/>
          </p:cNvSpPr>
          <p:nvPr>
            <p:ph type="ftr" sz="quarter" idx="11"/>
          </p:nvPr>
        </p:nvSpPr>
        <p:spPr>
          <a:ln/>
        </p:spPr>
        <p:txBody>
          <a:bodyPr/>
          <a:lstStyle>
            <a:lvl1pPr>
              <a:defRPr/>
            </a:lvl1pPr>
          </a:lstStyle>
          <a:p>
            <a:pPr>
              <a:defRPr/>
            </a:pPr>
            <a:r>
              <a:rPr lang="en-GB"/>
              <a:t>Dr. I. Jordanov</a:t>
            </a:r>
          </a:p>
        </p:txBody>
      </p:sp>
      <p:sp>
        <p:nvSpPr>
          <p:cNvPr id="7" name="Rectangle 13"/>
          <p:cNvSpPr>
            <a:spLocks noGrp="1" noChangeArrowheads="1"/>
          </p:cNvSpPr>
          <p:nvPr>
            <p:ph type="sldNum" sz="quarter" idx="12"/>
          </p:nvPr>
        </p:nvSpPr>
        <p:spPr>
          <a:ln/>
        </p:spPr>
        <p:txBody>
          <a:bodyPr/>
          <a:lstStyle>
            <a:lvl1pPr>
              <a:defRPr/>
            </a:lvl1pPr>
          </a:lstStyle>
          <a:p>
            <a:fld id="{F7ECA165-CCF2-48EB-A808-A3309AB3B9D2}" type="slidenum">
              <a:rPr lang="en-GB" altLang="en-US"/>
              <a:pPr/>
              <a:t>‹#›</a:t>
            </a:fld>
            <a:endParaRPr lang="en-GB" altLang="en-US"/>
          </a:p>
        </p:txBody>
      </p:sp>
    </p:spTree>
    <p:extLst>
      <p:ext uri="{BB962C8B-B14F-4D97-AF65-F5344CB8AC3E}">
        <p14:creationId xmlns:p14="http://schemas.microsoft.com/office/powerpoint/2010/main" val="38097223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p:cNvSpPr>
            <a:spLocks noGrp="1" noChangeArrowheads="1"/>
          </p:cNvSpPr>
          <p:nvPr>
            <p:ph type="dt" sz="half" idx="10"/>
          </p:nvPr>
        </p:nvSpPr>
        <p:spPr>
          <a:ln/>
        </p:spPr>
        <p:txBody>
          <a:bodyPr/>
          <a:lstStyle>
            <a:lvl1pPr>
              <a:defRPr/>
            </a:lvl1pPr>
          </a:lstStyle>
          <a:p>
            <a:pPr>
              <a:defRPr/>
            </a:pPr>
            <a:fld id="{9BFDB33E-47B3-4100-BF40-9D2FBA8CABC3}" type="datetime1">
              <a:rPr lang="en-GB"/>
              <a:pPr>
                <a:defRPr/>
              </a:pPr>
              <a:t>03/02/2026</a:t>
            </a:fld>
            <a:endParaRPr lang="en-GB"/>
          </a:p>
        </p:txBody>
      </p:sp>
      <p:sp>
        <p:nvSpPr>
          <p:cNvPr id="5" name="Rectangle 12"/>
          <p:cNvSpPr>
            <a:spLocks noGrp="1" noChangeArrowheads="1"/>
          </p:cNvSpPr>
          <p:nvPr>
            <p:ph type="ftr" sz="quarter" idx="11"/>
          </p:nvPr>
        </p:nvSpPr>
        <p:spPr>
          <a:ln/>
        </p:spPr>
        <p:txBody>
          <a:bodyPr/>
          <a:lstStyle>
            <a:lvl1pPr>
              <a:defRPr/>
            </a:lvl1pPr>
          </a:lstStyle>
          <a:p>
            <a:pPr>
              <a:defRPr/>
            </a:pPr>
            <a:r>
              <a:rPr lang="en-GB"/>
              <a:t>Dr. I. Jordanov</a:t>
            </a:r>
          </a:p>
        </p:txBody>
      </p:sp>
      <p:sp>
        <p:nvSpPr>
          <p:cNvPr id="6" name="Rectangle 13"/>
          <p:cNvSpPr>
            <a:spLocks noGrp="1" noChangeArrowheads="1"/>
          </p:cNvSpPr>
          <p:nvPr>
            <p:ph type="sldNum" sz="quarter" idx="12"/>
          </p:nvPr>
        </p:nvSpPr>
        <p:spPr>
          <a:ln/>
        </p:spPr>
        <p:txBody>
          <a:bodyPr/>
          <a:lstStyle>
            <a:lvl1pPr>
              <a:defRPr/>
            </a:lvl1pPr>
          </a:lstStyle>
          <a:p>
            <a:fld id="{12CCE23C-B462-41C9-A639-4112CF917C52}" type="slidenum">
              <a:rPr lang="en-GB" altLang="en-US"/>
              <a:pPr/>
              <a:t>‹#›</a:t>
            </a:fld>
            <a:endParaRPr lang="en-GB" altLang="en-US"/>
          </a:p>
        </p:txBody>
      </p:sp>
    </p:spTree>
    <p:extLst>
      <p:ext uri="{BB962C8B-B14F-4D97-AF65-F5344CB8AC3E}">
        <p14:creationId xmlns:p14="http://schemas.microsoft.com/office/powerpoint/2010/main" val="1714937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24700" y="76200"/>
            <a:ext cx="2019300" cy="6056313"/>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1066800" y="76200"/>
            <a:ext cx="5905500" cy="60563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p:cNvSpPr>
            <a:spLocks noGrp="1" noChangeArrowheads="1"/>
          </p:cNvSpPr>
          <p:nvPr>
            <p:ph type="dt" sz="half" idx="10"/>
          </p:nvPr>
        </p:nvSpPr>
        <p:spPr>
          <a:ln/>
        </p:spPr>
        <p:txBody>
          <a:bodyPr/>
          <a:lstStyle>
            <a:lvl1pPr>
              <a:defRPr/>
            </a:lvl1pPr>
          </a:lstStyle>
          <a:p>
            <a:pPr>
              <a:defRPr/>
            </a:pPr>
            <a:fld id="{8A98ED1F-A009-4192-BF55-15D0F71DF0B7}" type="datetime1">
              <a:rPr lang="en-GB"/>
              <a:pPr>
                <a:defRPr/>
              </a:pPr>
              <a:t>03/02/2026</a:t>
            </a:fld>
            <a:endParaRPr lang="en-GB"/>
          </a:p>
        </p:txBody>
      </p:sp>
      <p:sp>
        <p:nvSpPr>
          <p:cNvPr id="5" name="Rectangle 12"/>
          <p:cNvSpPr>
            <a:spLocks noGrp="1" noChangeArrowheads="1"/>
          </p:cNvSpPr>
          <p:nvPr>
            <p:ph type="ftr" sz="quarter" idx="11"/>
          </p:nvPr>
        </p:nvSpPr>
        <p:spPr>
          <a:ln/>
        </p:spPr>
        <p:txBody>
          <a:bodyPr/>
          <a:lstStyle>
            <a:lvl1pPr>
              <a:defRPr/>
            </a:lvl1pPr>
          </a:lstStyle>
          <a:p>
            <a:pPr>
              <a:defRPr/>
            </a:pPr>
            <a:r>
              <a:rPr lang="en-GB"/>
              <a:t>Dr. I. Jordanov</a:t>
            </a:r>
          </a:p>
        </p:txBody>
      </p:sp>
      <p:sp>
        <p:nvSpPr>
          <p:cNvPr id="6" name="Rectangle 13"/>
          <p:cNvSpPr>
            <a:spLocks noGrp="1" noChangeArrowheads="1"/>
          </p:cNvSpPr>
          <p:nvPr>
            <p:ph type="sldNum" sz="quarter" idx="12"/>
          </p:nvPr>
        </p:nvSpPr>
        <p:spPr>
          <a:ln/>
        </p:spPr>
        <p:txBody>
          <a:bodyPr/>
          <a:lstStyle>
            <a:lvl1pPr>
              <a:defRPr/>
            </a:lvl1pPr>
          </a:lstStyle>
          <a:p>
            <a:fld id="{24A69714-0120-4369-909E-BDF875BB18D4}" type="slidenum">
              <a:rPr lang="en-GB" altLang="en-US"/>
              <a:pPr/>
              <a:t>‹#›</a:t>
            </a:fld>
            <a:endParaRPr lang="en-GB" altLang="en-US"/>
          </a:p>
        </p:txBody>
      </p:sp>
    </p:spTree>
    <p:extLst>
      <p:ext uri="{BB962C8B-B14F-4D97-AF65-F5344CB8AC3E}">
        <p14:creationId xmlns:p14="http://schemas.microsoft.com/office/powerpoint/2010/main" val="34910122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14"/>
          <p:cNvGrpSpPr>
            <a:grpSpLocks/>
          </p:cNvGrpSpPr>
          <p:nvPr userDrawn="1"/>
        </p:nvGrpSpPr>
        <p:grpSpPr bwMode="auto">
          <a:xfrm>
            <a:off x="0" y="0"/>
            <a:ext cx="8542338" cy="1052513"/>
            <a:chOff x="80" y="624"/>
            <a:chExt cx="5381" cy="663"/>
          </a:xfrm>
        </p:grpSpPr>
        <p:sp>
          <p:nvSpPr>
            <p:cNvPr id="1032" name="Rectangle 2"/>
            <p:cNvSpPr>
              <a:spLocks noChangeArrowheads="1"/>
            </p:cNvSpPr>
            <p:nvPr/>
          </p:nvSpPr>
          <p:spPr bwMode="ltGray">
            <a:xfrm>
              <a:off x="263" y="692"/>
              <a:ext cx="276" cy="2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defRPr/>
              </a:pPr>
              <a:endParaRPr kumimoji="1" lang="en-US" altLang="en-US"/>
            </a:p>
          </p:txBody>
        </p:sp>
        <p:sp>
          <p:nvSpPr>
            <p:cNvPr id="1033" name="Rectangle 3"/>
            <p:cNvSpPr>
              <a:spLocks noChangeArrowheads="1"/>
            </p:cNvSpPr>
            <p:nvPr/>
          </p:nvSpPr>
          <p:spPr bwMode="ltGray">
            <a:xfrm>
              <a:off x="504" y="692"/>
              <a:ext cx="207" cy="299"/>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defRPr/>
              </a:pPr>
              <a:endParaRPr kumimoji="1" lang="en-US" altLang="en-US"/>
            </a:p>
          </p:txBody>
        </p:sp>
        <p:sp>
          <p:nvSpPr>
            <p:cNvPr id="1034" name="Rectangle 4"/>
            <p:cNvSpPr>
              <a:spLocks noChangeArrowheads="1"/>
            </p:cNvSpPr>
            <p:nvPr/>
          </p:nvSpPr>
          <p:spPr bwMode="ltGray">
            <a:xfrm>
              <a:off x="341" y="958"/>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defRPr/>
              </a:pPr>
              <a:endParaRPr kumimoji="1" lang="en-US" altLang="en-US"/>
            </a:p>
          </p:txBody>
        </p:sp>
        <p:sp>
          <p:nvSpPr>
            <p:cNvPr id="1035" name="Rectangle 5"/>
            <p:cNvSpPr>
              <a:spLocks noChangeArrowheads="1"/>
            </p:cNvSpPr>
            <p:nvPr/>
          </p:nvSpPr>
          <p:spPr bwMode="ltGray">
            <a:xfrm>
              <a:off x="574" y="958"/>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defRPr/>
              </a:pPr>
              <a:endParaRPr kumimoji="1" lang="en-US" altLang="en-US"/>
            </a:p>
          </p:txBody>
        </p:sp>
        <p:sp>
          <p:nvSpPr>
            <p:cNvPr id="1036" name="Rectangle 6"/>
            <p:cNvSpPr>
              <a:spLocks noChangeArrowheads="1"/>
            </p:cNvSpPr>
            <p:nvPr/>
          </p:nvSpPr>
          <p:spPr bwMode="ltGray">
            <a:xfrm>
              <a:off x="80" y="912"/>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defRPr/>
              </a:pPr>
              <a:endParaRPr kumimoji="1" lang="en-US" altLang="en-US"/>
            </a:p>
          </p:txBody>
        </p:sp>
        <p:sp>
          <p:nvSpPr>
            <p:cNvPr id="1037" name="Rectangle 7"/>
            <p:cNvSpPr>
              <a:spLocks noChangeArrowheads="1"/>
            </p:cNvSpPr>
            <p:nvPr/>
          </p:nvSpPr>
          <p:spPr bwMode="gray">
            <a:xfrm>
              <a:off x="480" y="624"/>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defRPr/>
              </a:pPr>
              <a:endParaRPr kumimoji="1" lang="en-US" altLang="en-US"/>
            </a:p>
          </p:txBody>
        </p:sp>
        <p:sp>
          <p:nvSpPr>
            <p:cNvPr id="1038" name="Rectangle 8"/>
            <p:cNvSpPr>
              <a:spLocks noChangeArrowheads="1"/>
            </p:cNvSpPr>
            <p:nvPr/>
          </p:nvSpPr>
          <p:spPr bwMode="gray">
            <a:xfrm>
              <a:off x="279" y="1122"/>
              <a:ext cx="5182" cy="2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defRPr/>
              </a:pPr>
              <a:endParaRPr kumimoji="1" lang="en-US" altLang="en-US"/>
            </a:p>
          </p:txBody>
        </p:sp>
      </p:grpSp>
      <p:sp>
        <p:nvSpPr>
          <p:cNvPr id="1027" name="Rectangle 9"/>
          <p:cNvSpPr>
            <a:spLocks noGrp="1" noChangeArrowheads="1"/>
          </p:cNvSpPr>
          <p:nvPr>
            <p:ph type="title"/>
          </p:nvPr>
        </p:nvSpPr>
        <p:spPr bwMode="auto">
          <a:xfrm>
            <a:off x="1066800" y="76200"/>
            <a:ext cx="80772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GB" altLang="en-US"/>
              <a:t>Click to edit Master title style</a:t>
            </a:r>
          </a:p>
        </p:txBody>
      </p:sp>
      <p:sp>
        <p:nvSpPr>
          <p:cNvPr id="1028" name="Rectangle 10"/>
          <p:cNvSpPr>
            <a:spLocks noGrp="1" noChangeArrowheads="1"/>
          </p:cNvSpPr>
          <p:nvPr>
            <p:ph type="body" idx="1"/>
          </p:nvPr>
        </p:nvSpPr>
        <p:spPr bwMode="auto">
          <a:xfrm>
            <a:off x="1182688" y="2017713"/>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96267" name="Rectangle 11"/>
          <p:cNvSpPr>
            <a:spLocks noGrp="1" noChangeArrowheads="1"/>
          </p:cNvSpPr>
          <p:nvPr>
            <p:ph type="dt" sz="half" idx="2"/>
          </p:nvPr>
        </p:nvSpPr>
        <p:spPr bwMode="auto">
          <a:xfrm>
            <a:off x="0" y="64008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fld id="{749155A9-2317-4310-9D7A-235F3A8C18F5}" type="datetime1">
              <a:rPr lang="en-GB"/>
              <a:pPr>
                <a:defRPr/>
              </a:pPr>
              <a:t>03/02/2026</a:t>
            </a:fld>
            <a:endParaRPr lang="en-GB"/>
          </a:p>
        </p:txBody>
      </p:sp>
      <p:sp>
        <p:nvSpPr>
          <p:cNvPr id="96268" name="Rectangle 12"/>
          <p:cNvSpPr>
            <a:spLocks noGrp="1" noChangeArrowheads="1"/>
          </p:cNvSpPr>
          <p:nvPr>
            <p:ph type="ftr" sz="quarter" idx="3"/>
          </p:nvPr>
        </p:nvSpPr>
        <p:spPr bwMode="auto">
          <a:xfrm>
            <a:off x="1981200" y="6400800"/>
            <a:ext cx="5181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lvl1pPr>
          </a:lstStyle>
          <a:p>
            <a:pPr>
              <a:defRPr/>
            </a:pPr>
            <a:r>
              <a:rPr lang="en-GB"/>
              <a:t>Dr. I. Jordanov</a:t>
            </a:r>
          </a:p>
        </p:txBody>
      </p:sp>
      <p:sp>
        <p:nvSpPr>
          <p:cNvPr id="96269" name="Rectangle 13"/>
          <p:cNvSpPr>
            <a:spLocks noGrp="1" noChangeArrowheads="1"/>
          </p:cNvSpPr>
          <p:nvPr>
            <p:ph type="sldNum" sz="quarter" idx="4"/>
          </p:nvPr>
        </p:nvSpPr>
        <p:spPr bwMode="auto">
          <a:xfrm>
            <a:off x="7239000" y="64008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74E8577C-A3DF-426F-94F1-509E8749F164}" type="slidenum">
              <a:rPr lang="en-GB" altLang="en-US"/>
              <a:pPr/>
              <a:t>‹#›</a:t>
            </a:fld>
            <a:endParaRPr lang="en-GB" alt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hdr="0"/>
  <p:txStyles>
    <p:titleStyle>
      <a:lvl1pPr algn="l" rtl="0" eaLnBrk="0" fontAlgn="base" hangingPunct="0">
        <a:spcBef>
          <a:spcPct val="0"/>
        </a:spcBef>
        <a:spcAft>
          <a:spcPct val="0"/>
        </a:spcAft>
        <a:defRPr sz="4400" b="1">
          <a:solidFill>
            <a:schemeClr val="tx2"/>
          </a:solidFill>
          <a:latin typeface="+mj-lt"/>
          <a:ea typeface="+mj-ea"/>
          <a:cs typeface="+mj-cs"/>
        </a:defRPr>
      </a:lvl1pPr>
      <a:lvl2pPr algn="l" rtl="0" eaLnBrk="0" fontAlgn="base" hangingPunct="0">
        <a:spcBef>
          <a:spcPct val="0"/>
        </a:spcBef>
        <a:spcAft>
          <a:spcPct val="0"/>
        </a:spcAft>
        <a:defRPr sz="4400" b="1">
          <a:solidFill>
            <a:schemeClr val="tx2"/>
          </a:solidFill>
          <a:latin typeface="Tahoma" pitchFamily="34" charset="0"/>
        </a:defRPr>
      </a:lvl2pPr>
      <a:lvl3pPr algn="l" rtl="0" eaLnBrk="0" fontAlgn="base" hangingPunct="0">
        <a:spcBef>
          <a:spcPct val="0"/>
        </a:spcBef>
        <a:spcAft>
          <a:spcPct val="0"/>
        </a:spcAft>
        <a:defRPr sz="4400" b="1">
          <a:solidFill>
            <a:schemeClr val="tx2"/>
          </a:solidFill>
          <a:latin typeface="Tahoma" pitchFamily="34" charset="0"/>
        </a:defRPr>
      </a:lvl3pPr>
      <a:lvl4pPr algn="l" rtl="0" eaLnBrk="0" fontAlgn="base" hangingPunct="0">
        <a:spcBef>
          <a:spcPct val="0"/>
        </a:spcBef>
        <a:spcAft>
          <a:spcPct val="0"/>
        </a:spcAft>
        <a:defRPr sz="4400" b="1">
          <a:solidFill>
            <a:schemeClr val="tx2"/>
          </a:solidFill>
          <a:latin typeface="Tahoma" pitchFamily="34" charset="0"/>
        </a:defRPr>
      </a:lvl4pPr>
      <a:lvl5pPr algn="l" rtl="0" eaLnBrk="0" fontAlgn="base" hangingPunct="0">
        <a:spcBef>
          <a:spcPct val="0"/>
        </a:spcBef>
        <a:spcAft>
          <a:spcPct val="0"/>
        </a:spcAft>
        <a:defRPr sz="4400" b="1">
          <a:solidFill>
            <a:schemeClr val="tx2"/>
          </a:solidFill>
          <a:latin typeface="Tahoma" pitchFamily="34" charset="0"/>
        </a:defRPr>
      </a:lvl5pPr>
      <a:lvl6pPr marL="457200" algn="l" rtl="0" fontAlgn="base">
        <a:spcBef>
          <a:spcPct val="0"/>
        </a:spcBef>
        <a:spcAft>
          <a:spcPct val="0"/>
        </a:spcAft>
        <a:defRPr sz="4400" b="1">
          <a:solidFill>
            <a:schemeClr val="tx2"/>
          </a:solidFill>
          <a:latin typeface="Tahoma" pitchFamily="34" charset="0"/>
        </a:defRPr>
      </a:lvl6pPr>
      <a:lvl7pPr marL="914400" algn="l" rtl="0" fontAlgn="base">
        <a:spcBef>
          <a:spcPct val="0"/>
        </a:spcBef>
        <a:spcAft>
          <a:spcPct val="0"/>
        </a:spcAft>
        <a:defRPr sz="4400" b="1">
          <a:solidFill>
            <a:schemeClr val="tx2"/>
          </a:solidFill>
          <a:latin typeface="Tahoma" pitchFamily="34" charset="0"/>
        </a:defRPr>
      </a:lvl7pPr>
      <a:lvl8pPr marL="1371600" algn="l" rtl="0" fontAlgn="base">
        <a:spcBef>
          <a:spcPct val="0"/>
        </a:spcBef>
        <a:spcAft>
          <a:spcPct val="0"/>
        </a:spcAft>
        <a:defRPr sz="4400" b="1">
          <a:solidFill>
            <a:schemeClr val="tx2"/>
          </a:solidFill>
          <a:latin typeface="Tahoma" pitchFamily="34" charset="0"/>
        </a:defRPr>
      </a:lvl8pPr>
      <a:lvl9pPr marL="1828800" algn="l" rtl="0" fontAlgn="base">
        <a:spcBef>
          <a:spcPct val="0"/>
        </a:spcBef>
        <a:spcAft>
          <a:spcPct val="0"/>
        </a:spcAft>
        <a:defRPr sz="4400" b="1">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http://www.geocities.com/Heartland/Valley/9106/duck1.gif" TargetMode="External"/><Relationship Id="rId7"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http://www.geocities.com/Heartland/Valley/9106/miscan0031.gif" TargetMode="Externa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7155114-3568-436E-93F4-99932D46E11E}"/>
              </a:ext>
            </a:extLst>
          </p:cNvPr>
          <p:cNvPicPr>
            <a:picLocks noChangeAspect="1"/>
          </p:cNvPicPr>
          <p:nvPr/>
        </p:nvPicPr>
        <p:blipFill>
          <a:blip r:embed="rId2"/>
          <a:stretch>
            <a:fillRect/>
          </a:stretch>
        </p:blipFill>
        <p:spPr>
          <a:xfrm>
            <a:off x="1672975" y="1223331"/>
            <a:ext cx="5841909" cy="2924918"/>
          </a:xfrm>
          <a:prstGeom prst="rect">
            <a:avLst/>
          </a:prstGeom>
        </p:spPr>
      </p:pic>
      <p:sp>
        <p:nvSpPr>
          <p:cNvPr id="10" name="Rectangle 1"/>
          <p:cNvSpPr>
            <a:spLocks noChangeArrowheads="1"/>
          </p:cNvSpPr>
          <p:nvPr/>
        </p:nvSpPr>
        <p:spPr bwMode="auto">
          <a:xfrm>
            <a:off x="2051720" y="174263"/>
            <a:ext cx="41764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marL="287338" indent="-287338">
              <a:spcBef>
                <a:spcPct val="20000"/>
              </a:spcBef>
              <a:buClr>
                <a:schemeClr val="folHlink"/>
              </a:buClr>
              <a:buSzPct val="60000"/>
              <a:buFont typeface="Wingdings" panose="05000000000000000000" pitchFamily="2" charset="2"/>
              <a:buChar char="n"/>
              <a:tabLst>
                <a:tab pos="444500" algn="l"/>
              </a:tabLst>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tabLst>
                <a:tab pos="444500" algn="l"/>
              </a:tabLst>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tabLst>
                <a:tab pos="444500" algn="l"/>
              </a:tabLst>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tabLst>
                <a:tab pos="444500" algn="l"/>
              </a:tabLst>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tabLst>
                <a:tab pos="444500" algn="l"/>
              </a:tabLst>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tabLst>
                <a:tab pos="444500" algn="l"/>
              </a:tabLst>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tabLst>
                <a:tab pos="444500" algn="l"/>
              </a:tabLst>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tabLst>
                <a:tab pos="444500" algn="l"/>
              </a:tabLst>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tabLst>
                <a:tab pos="444500" algn="l"/>
              </a:tabLst>
              <a:defRPr sz="2000">
                <a:solidFill>
                  <a:schemeClr val="tx1"/>
                </a:solidFill>
                <a:latin typeface="Tahoma" panose="020B0604030504040204" pitchFamily="34" charset="0"/>
              </a:defRPr>
            </a:lvl9pPr>
          </a:lstStyle>
          <a:p>
            <a:pPr>
              <a:spcBef>
                <a:spcPct val="0"/>
              </a:spcBef>
              <a:buClrTx/>
              <a:buSzTx/>
              <a:buFontTx/>
              <a:buNone/>
            </a:pPr>
            <a:r>
              <a:rPr lang="en-GB" altLang="en-US" sz="2400" dirty="0">
                <a:cs typeface="Times New Roman" panose="02020603050405020304" pitchFamily="18" charset="0"/>
              </a:rPr>
              <a:t>   </a:t>
            </a:r>
            <a:r>
              <a:rPr lang="en-GB" altLang="en-US" sz="2400" b="1" dirty="0">
                <a:cs typeface="Times New Roman" panose="02020603050405020304" pitchFamily="18" charset="0"/>
              </a:rPr>
              <a:t>The Farmer Problem</a:t>
            </a:r>
            <a:r>
              <a:rPr lang="en-GB" altLang="en-US" sz="2400" dirty="0">
                <a:cs typeface="Times New Roman" panose="02020603050405020304" pitchFamily="18" charset="0"/>
              </a:rPr>
              <a:t>  </a:t>
            </a:r>
          </a:p>
        </p:txBody>
      </p:sp>
      <p:sp>
        <p:nvSpPr>
          <p:cNvPr id="4" name="Rectangle 1">
            <a:extLst>
              <a:ext uri="{FF2B5EF4-FFF2-40B4-BE49-F238E27FC236}">
                <a16:creationId xmlns:a16="http://schemas.microsoft.com/office/drawing/2014/main" id="{EAFCF989-D8BC-4EA7-80F0-738C607F6727}"/>
              </a:ext>
            </a:extLst>
          </p:cNvPr>
          <p:cNvSpPr>
            <a:spLocks noChangeArrowheads="1"/>
          </p:cNvSpPr>
          <p:nvPr/>
        </p:nvSpPr>
        <p:spPr bwMode="auto">
          <a:xfrm>
            <a:off x="647564" y="4206136"/>
            <a:ext cx="8316924"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marL="287338" indent="-287338">
              <a:spcBef>
                <a:spcPct val="20000"/>
              </a:spcBef>
              <a:buClr>
                <a:schemeClr val="folHlink"/>
              </a:buClr>
              <a:buSzPct val="60000"/>
              <a:buFont typeface="Wingdings" panose="05000000000000000000" pitchFamily="2" charset="2"/>
              <a:buChar char="n"/>
              <a:tabLst>
                <a:tab pos="444500" algn="l"/>
              </a:tabLst>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tabLst>
                <a:tab pos="444500" algn="l"/>
              </a:tabLst>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tabLst>
                <a:tab pos="444500" algn="l"/>
              </a:tabLst>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tabLst>
                <a:tab pos="444500" algn="l"/>
              </a:tabLst>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tabLst>
                <a:tab pos="444500" algn="l"/>
              </a:tabLst>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tabLst>
                <a:tab pos="444500" algn="l"/>
              </a:tabLst>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tabLst>
                <a:tab pos="444500" algn="l"/>
              </a:tabLst>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tabLst>
                <a:tab pos="444500" algn="l"/>
              </a:tabLst>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tabLst>
                <a:tab pos="444500" algn="l"/>
              </a:tabLst>
              <a:defRPr sz="2000">
                <a:solidFill>
                  <a:schemeClr val="tx1"/>
                </a:solidFill>
                <a:latin typeface="Tahoma" panose="020B0604030504040204" pitchFamily="34" charset="0"/>
              </a:defRPr>
            </a:lvl9pPr>
          </a:lstStyle>
          <a:p>
            <a:pPr>
              <a:spcBef>
                <a:spcPct val="0"/>
              </a:spcBef>
              <a:buClrTx/>
              <a:buSzTx/>
              <a:buFontTx/>
              <a:buNone/>
            </a:pPr>
            <a:r>
              <a:rPr lang="en-GB" altLang="en-US" sz="2000" dirty="0">
                <a:cs typeface="Times New Roman" panose="02020603050405020304" pitchFamily="18" charset="0"/>
              </a:rPr>
              <a:t>   “A farmer wants to move himself, a silver fox, a fat goose, and some tasty grain across a river. Unfortunately, his boat is so tiny, that he can only take one of his possessions across on any trip. </a:t>
            </a:r>
          </a:p>
          <a:p>
            <a:pPr>
              <a:spcBef>
                <a:spcPct val="0"/>
              </a:spcBef>
              <a:buClrTx/>
              <a:buSzTx/>
              <a:buFontTx/>
              <a:buNone/>
            </a:pPr>
            <a:r>
              <a:rPr lang="en-GB" altLang="en-US" sz="2000" dirty="0">
                <a:cs typeface="Times New Roman" panose="02020603050405020304" pitchFamily="18" charset="0"/>
              </a:rPr>
              <a:t>	Worse yet, an unattended fox will eat the goose, and an unattended goose will eat the grain, so the farmer must not leave the fox alone with the goose, or the goose alone with the grain. </a:t>
            </a:r>
          </a:p>
          <a:p>
            <a:pPr>
              <a:spcBef>
                <a:spcPct val="0"/>
              </a:spcBef>
              <a:buClrTx/>
              <a:buSzTx/>
              <a:buFontTx/>
              <a:buNone/>
            </a:pPr>
            <a:r>
              <a:rPr lang="en-GB" altLang="en-US" sz="2000" dirty="0">
                <a:cs typeface="Times New Roman" panose="02020603050405020304" pitchFamily="18" charset="0"/>
              </a:rPr>
              <a:t>	What has he to </a:t>
            </a:r>
            <a:r>
              <a:rPr lang="en-GB" altLang="en-US" sz="2000">
                <a:cs typeface="Times New Roman" panose="02020603050405020304" pitchFamily="18" charset="0"/>
              </a:rPr>
              <a:t>do?”</a:t>
            </a:r>
            <a:endParaRPr lang="en-GB" altLang="en-US" sz="2000" dirty="0">
              <a:cs typeface="Times New Roman" panose="02020603050405020304" pitchFamily="18" charset="0"/>
            </a:endParaRPr>
          </a:p>
        </p:txBody>
      </p:sp>
      <p:grpSp>
        <p:nvGrpSpPr>
          <p:cNvPr id="7" name="Group 6">
            <a:extLst>
              <a:ext uri="{FF2B5EF4-FFF2-40B4-BE49-F238E27FC236}">
                <a16:creationId xmlns:a16="http://schemas.microsoft.com/office/drawing/2014/main" id="{97E1F31F-3409-48B6-96F6-DDB19AFED2B9}"/>
              </a:ext>
            </a:extLst>
          </p:cNvPr>
          <p:cNvGrpSpPr/>
          <p:nvPr/>
        </p:nvGrpSpPr>
        <p:grpSpPr>
          <a:xfrm>
            <a:off x="1993541" y="2135705"/>
            <a:ext cx="1525131" cy="789889"/>
            <a:chOff x="0" y="0"/>
            <a:chExt cx="1322070" cy="476250"/>
          </a:xfrm>
        </p:grpSpPr>
        <p:pic>
          <p:nvPicPr>
            <p:cNvPr id="8" name="Picture 7" descr="A duck with a green head&#10;&#10;Description automatically generated with low confidence">
              <a:extLst>
                <a:ext uri="{FF2B5EF4-FFF2-40B4-BE49-F238E27FC236}">
                  <a16:creationId xmlns:a16="http://schemas.microsoft.com/office/drawing/2014/main" id="{97655DA0-E9E0-494A-AA67-4952A65648B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4830" y="99060"/>
              <a:ext cx="313055" cy="359410"/>
            </a:xfrm>
            <a:prstGeom prst="rect">
              <a:avLst/>
            </a:prstGeom>
            <a:noFill/>
            <a:ln>
              <a:noFill/>
            </a:ln>
          </p:spPr>
        </p:pic>
        <p:pic>
          <p:nvPicPr>
            <p:cNvPr id="9" name="Picture 8" descr="A loaf of bread&#10;&#10;Description automatically generated with low confidence">
              <a:extLst>
                <a:ext uri="{FF2B5EF4-FFF2-40B4-BE49-F238E27FC236}">
                  <a16:creationId xmlns:a16="http://schemas.microsoft.com/office/drawing/2014/main" id="{ED5BD795-FE2A-4EF6-AD67-C868B2762A6D}"/>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44880" y="83820"/>
              <a:ext cx="377190" cy="392430"/>
            </a:xfrm>
            <a:prstGeom prst="rect">
              <a:avLst/>
            </a:prstGeom>
            <a:noFill/>
            <a:ln>
              <a:noFill/>
            </a:ln>
          </p:spPr>
        </p:pic>
        <p:pic>
          <p:nvPicPr>
            <p:cNvPr id="11" name="Picture 10" descr="A picture containing mammal, fox, cat&#10;&#10;Description automatically generated">
              <a:extLst>
                <a:ext uri="{FF2B5EF4-FFF2-40B4-BE49-F238E27FC236}">
                  <a16:creationId xmlns:a16="http://schemas.microsoft.com/office/drawing/2014/main" id="{95C03A74-BD61-46CC-ACE9-666F9650DEFE}"/>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0" y="0"/>
              <a:ext cx="476250" cy="476250"/>
            </a:xfrm>
            <a:prstGeom prst="rect">
              <a:avLst/>
            </a:prstGeom>
            <a:noFill/>
            <a:ln>
              <a:noFill/>
            </a:ln>
          </p:spPr>
        </p:pic>
      </p:grpSp>
      <p:pic>
        <p:nvPicPr>
          <p:cNvPr id="6" name="Picture 5" descr="A wooden boat on a white background&#10;&#10;Description automatically generated with low confidence">
            <a:extLst>
              <a:ext uri="{FF2B5EF4-FFF2-40B4-BE49-F238E27FC236}">
                <a16:creationId xmlns:a16="http://schemas.microsoft.com/office/drawing/2014/main" id="{347F65F6-99C1-440C-95A2-0EE5626D71EB}"/>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b="10577"/>
          <a:stretch/>
        </p:blipFill>
        <p:spPr bwMode="auto">
          <a:xfrm>
            <a:off x="3775375" y="1905057"/>
            <a:ext cx="818554" cy="789889"/>
          </a:xfrm>
          <a:prstGeom prst="rect">
            <a:avLst/>
          </a:prstGeom>
          <a:noFill/>
          <a:ln>
            <a:noFill/>
          </a:ln>
          <a:extLst>
            <a:ext uri="{53640926-AAD7-44D8-BBD7-CCE9431645EC}">
              <a14:shadowObscured xmlns:a14="http://schemas.microsoft.com/office/drawing/2010/main"/>
            </a:ext>
          </a:extLst>
        </p:spPr>
      </p:pic>
      <p:pic>
        <p:nvPicPr>
          <p:cNvPr id="12" name="Picture 11" descr="Farmer Figurine | CollectA Collectable Animal Figures">
            <a:extLst>
              <a:ext uri="{FF2B5EF4-FFF2-40B4-BE49-F238E27FC236}">
                <a16:creationId xmlns:a16="http://schemas.microsoft.com/office/drawing/2014/main" id="{D63168A6-E890-4D51-80D9-5F3143532215}"/>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123728" y="883561"/>
            <a:ext cx="792088" cy="984948"/>
          </a:xfrm>
          <a:prstGeom prst="rect">
            <a:avLst/>
          </a:prstGeom>
          <a:noFill/>
          <a:ln>
            <a:noFill/>
          </a:ln>
        </p:spPr>
      </p:pic>
      <p:pic>
        <p:nvPicPr>
          <p:cNvPr id="5" name="Picture 4">
            <a:extLst>
              <a:ext uri="{FF2B5EF4-FFF2-40B4-BE49-F238E27FC236}">
                <a16:creationId xmlns:a16="http://schemas.microsoft.com/office/drawing/2014/main" id="{0018BAAD-88E5-47B0-9BD5-AC6CAB7D9BDE}"/>
              </a:ext>
            </a:extLst>
          </p:cNvPr>
          <p:cNvPicPr>
            <a:picLocks noChangeAspect="1"/>
          </p:cNvPicPr>
          <p:nvPr/>
        </p:nvPicPr>
        <p:blipFill>
          <a:blip r:embed="rId8"/>
          <a:stretch>
            <a:fillRect/>
          </a:stretch>
        </p:blipFill>
        <p:spPr>
          <a:xfrm>
            <a:off x="2764697" y="836712"/>
            <a:ext cx="3346994" cy="318238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down)">
                                      <p:cBhvr>
                                        <p:cTn id="19" dur="5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up)">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1"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blinds(horizontal)">
                                      <p:cBhvr>
                                        <p:cTn id="3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C9632-AD65-0072-FF29-0F3E3864EFC2}"/>
            </a:ext>
          </a:extLst>
        </p:cNvPr>
        <p:cNvGrpSpPr/>
        <p:nvPr/>
      </p:nvGrpSpPr>
      <p:grpSpPr>
        <a:xfrm>
          <a:off x="0" y="0"/>
          <a:ext cx="0" cy="0"/>
          <a:chOff x="0" y="0"/>
          <a:chExt cx="0" cy="0"/>
        </a:xfrm>
      </p:grpSpPr>
      <p:sp>
        <p:nvSpPr>
          <p:cNvPr id="10" name="Rectangle 1">
            <a:extLst>
              <a:ext uri="{FF2B5EF4-FFF2-40B4-BE49-F238E27FC236}">
                <a16:creationId xmlns:a16="http://schemas.microsoft.com/office/drawing/2014/main" id="{7221A682-B6A0-7CEE-4A46-E487F0F26D67}"/>
              </a:ext>
            </a:extLst>
          </p:cNvPr>
          <p:cNvSpPr>
            <a:spLocks noChangeArrowheads="1"/>
          </p:cNvSpPr>
          <p:nvPr/>
        </p:nvSpPr>
        <p:spPr bwMode="auto">
          <a:xfrm>
            <a:off x="2051720" y="174263"/>
            <a:ext cx="51845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marL="287338" indent="-287338">
              <a:spcBef>
                <a:spcPct val="20000"/>
              </a:spcBef>
              <a:buClr>
                <a:schemeClr val="folHlink"/>
              </a:buClr>
              <a:buSzPct val="60000"/>
              <a:buFont typeface="Wingdings" panose="05000000000000000000" pitchFamily="2" charset="2"/>
              <a:buChar char="n"/>
              <a:tabLst>
                <a:tab pos="444500" algn="l"/>
              </a:tabLst>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tabLst>
                <a:tab pos="444500" algn="l"/>
              </a:tabLst>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tabLst>
                <a:tab pos="444500" algn="l"/>
              </a:tabLst>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tabLst>
                <a:tab pos="444500" algn="l"/>
              </a:tabLst>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tabLst>
                <a:tab pos="444500" algn="l"/>
              </a:tabLst>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tabLst>
                <a:tab pos="444500" algn="l"/>
              </a:tabLst>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tabLst>
                <a:tab pos="444500" algn="l"/>
              </a:tabLst>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tabLst>
                <a:tab pos="444500" algn="l"/>
              </a:tabLst>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tabLst>
                <a:tab pos="444500" algn="l"/>
              </a:tabLst>
              <a:defRPr sz="2000">
                <a:solidFill>
                  <a:schemeClr val="tx1"/>
                </a:solidFill>
                <a:latin typeface="Tahoma" panose="020B0604030504040204" pitchFamily="34" charset="0"/>
              </a:defRPr>
            </a:lvl9pPr>
          </a:lstStyle>
          <a:p>
            <a:pPr>
              <a:spcBef>
                <a:spcPct val="0"/>
              </a:spcBef>
              <a:buClrTx/>
              <a:buSzTx/>
              <a:buFontTx/>
              <a:buNone/>
            </a:pPr>
            <a:r>
              <a:rPr lang="en-GB" altLang="en-US" sz="2400" dirty="0">
                <a:cs typeface="Times New Roman" panose="02020603050405020304" pitchFamily="18" charset="0"/>
              </a:rPr>
              <a:t>   </a:t>
            </a:r>
            <a:r>
              <a:rPr lang="en-GB" altLang="en-US" sz="2400" b="1" dirty="0">
                <a:cs typeface="Times New Roman" panose="02020603050405020304" pitchFamily="18" charset="0"/>
              </a:rPr>
              <a:t>State graph in the state space</a:t>
            </a:r>
            <a:endParaRPr lang="en-GB" altLang="en-US" sz="2400" dirty="0">
              <a:cs typeface="Times New Roman" panose="02020603050405020304" pitchFamily="18" charset="0"/>
            </a:endParaRPr>
          </a:p>
        </p:txBody>
      </p:sp>
      <p:pic>
        <p:nvPicPr>
          <p:cNvPr id="15" name="Picture 14">
            <a:extLst>
              <a:ext uri="{FF2B5EF4-FFF2-40B4-BE49-F238E27FC236}">
                <a16:creationId xmlns:a16="http://schemas.microsoft.com/office/drawing/2014/main" id="{8D674A6F-95FC-0F8C-00FC-B4EC50E31F91}"/>
              </a:ext>
            </a:extLst>
          </p:cNvPr>
          <p:cNvPicPr>
            <a:picLocks noChangeAspect="1"/>
          </p:cNvPicPr>
          <p:nvPr/>
        </p:nvPicPr>
        <p:blipFill>
          <a:blip r:embed="rId2"/>
          <a:stretch>
            <a:fillRect/>
          </a:stretch>
        </p:blipFill>
        <p:spPr>
          <a:xfrm>
            <a:off x="755576" y="1412776"/>
            <a:ext cx="7879283" cy="4464495"/>
          </a:xfrm>
          <a:prstGeom prst="rect">
            <a:avLst/>
          </a:prstGeom>
        </p:spPr>
      </p:pic>
    </p:spTree>
    <p:extLst>
      <p:ext uri="{BB962C8B-B14F-4D97-AF65-F5344CB8AC3E}">
        <p14:creationId xmlns:p14="http://schemas.microsoft.com/office/powerpoint/2010/main" val="30637577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04"/>
          <p:cNvGrpSpPr>
            <a:grpSpLocks/>
          </p:cNvGrpSpPr>
          <p:nvPr/>
        </p:nvGrpSpPr>
        <p:grpSpPr bwMode="auto">
          <a:xfrm>
            <a:off x="2222500" y="354013"/>
            <a:ext cx="5372100" cy="6503987"/>
            <a:chOff x="2222259" y="353465"/>
            <a:chExt cx="5372336" cy="6504536"/>
          </a:xfrm>
        </p:grpSpPr>
        <p:sp>
          <p:nvSpPr>
            <p:cNvPr id="4206" name="Text Box 10"/>
            <p:cNvSpPr txBox="1">
              <a:spLocks noChangeArrowheads="1"/>
            </p:cNvSpPr>
            <p:nvPr/>
          </p:nvSpPr>
          <p:spPr bwMode="auto">
            <a:xfrm>
              <a:off x="2222259" y="353465"/>
              <a:ext cx="1055377" cy="373764"/>
            </a:xfrm>
            <a:prstGeom prst="rect">
              <a:avLst/>
            </a:prstGeom>
            <a:solidFill>
              <a:srgbClr val="FFFFFF"/>
            </a:solidFill>
            <a:ln w="19050">
              <a:solidFill>
                <a:srgbClr val="000000"/>
              </a:solidFill>
              <a:miter lim="800000"/>
              <a:headEnd/>
              <a:tailEnd/>
            </a:ln>
          </p:spPr>
          <p:txBody>
            <a:bodyPr lIns="36000" tIns="36000" rIns="180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spcAft>
                  <a:spcPts val="1000"/>
                </a:spcAft>
                <a:buClrTx/>
                <a:buSzTx/>
                <a:buFontTx/>
                <a:buNone/>
              </a:pPr>
              <a:r>
                <a:rPr lang="en-GB" altLang="en-US" sz="1800" b="1" u="sng">
                  <a:latin typeface="Calibri" panose="020F0502020204030204" pitchFamily="34" charset="0"/>
                </a:rPr>
                <a:t>aFox:Fox</a:t>
              </a:r>
              <a:endParaRPr lang="en-US" altLang="en-US" sz="1800"/>
            </a:p>
          </p:txBody>
        </p:sp>
        <p:sp>
          <p:nvSpPr>
            <p:cNvPr id="4207" name="Text Box 11"/>
            <p:cNvSpPr txBox="1">
              <a:spLocks noChangeArrowheads="1"/>
            </p:cNvSpPr>
            <p:nvPr/>
          </p:nvSpPr>
          <p:spPr bwMode="auto">
            <a:xfrm>
              <a:off x="3357554" y="354207"/>
              <a:ext cx="1472740" cy="373764"/>
            </a:xfrm>
            <a:prstGeom prst="rect">
              <a:avLst/>
            </a:prstGeom>
            <a:solidFill>
              <a:srgbClr val="FFFFFF"/>
            </a:solidFill>
            <a:ln w="19050">
              <a:solidFill>
                <a:srgbClr val="000000"/>
              </a:solidFill>
              <a:miter lim="800000"/>
              <a:headEnd/>
              <a:tailEnd/>
            </a:ln>
          </p:spPr>
          <p:txBody>
            <a:bodyPr lIns="0" r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spcAft>
                  <a:spcPts val="1000"/>
                </a:spcAft>
                <a:buClrTx/>
                <a:buSzTx/>
                <a:buFontTx/>
                <a:buNone/>
              </a:pPr>
              <a:r>
                <a:rPr lang="en-GB" altLang="en-US" sz="1800" b="1" u="sng">
                  <a:latin typeface="Calibri" panose="020F0502020204030204" pitchFamily="34" charset="0"/>
                </a:rPr>
                <a:t> aGoose:Goose</a:t>
              </a:r>
              <a:endParaRPr lang="en-US" altLang="en-US" sz="1800"/>
            </a:p>
          </p:txBody>
        </p:sp>
        <p:sp>
          <p:nvSpPr>
            <p:cNvPr id="4208" name="Text Box 12"/>
            <p:cNvSpPr txBox="1">
              <a:spLocks noChangeArrowheads="1"/>
            </p:cNvSpPr>
            <p:nvPr/>
          </p:nvSpPr>
          <p:spPr bwMode="auto">
            <a:xfrm>
              <a:off x="4944992" y="354207"/>
              <a:ext cx="1333269" cy="373764"/>
            </a:xfrm>
            <a:prstGeom prst="rect">
              <a:avLst/>
            </a:prstGeom>
            <a:solidFill>
              <a:srgbClr val="FFFFFF"/>
            </a:solidFill>
            <a:ln w="19050">
              <a:solidFill>
                <a:srgbClr val="000000"/>
              </a:solidFill>
              <a:miter lim="800000"/>
              <a:headEnd/>
              <a:tailEnd/>
            </a:ln>
          </p:spPr>
          <p:txBody>
            <a:bodyPr lIns="0" r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spcAft>
                  <a:spcPts val="1000"/>
                </a:spcAft>
                <a:buClrTx/>
                <a:buSzTx/>
                <a:buFontTx/>
                <a:buNone/>
              </a:pPr>
              <a:r>
                <a:rPr lang="en-GB" altLang="en-US" sz="1800" b="1" u="sng">
                  <a:latin typeface="Calibri" panose="020F0502020204030204" pitchFamily="34" charset="0"/>
                </a:rPr>
                <a:t> aGrain:Grain</a:t>
              </a:r>
              <a:endParaRPr lang="en-US" altLang="en-US" sz="1800"/>
            </a:p>
          </p:txBody>
        </p:sp>
        <p:sp>
          <p:nvSpPr>
            <p:cNvPr id="4209" name="Line 13"/>
            <p:cNvSpPr>
              <a:spLocks noChangeShapeType="1"/>
            </p:cNvSpPr>
            <p:nvPr/>
          </p:nvSpPr>
          <p:spPr bwMode="auto">
            <a:xfrm>
              <a:off x="5532339" y="692374"/>
              <a:ext cx="14626" cy="612409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sp>
          <p:nvSpPr>
            <p:cNvPr id="4210" name="Line 14"/>
            <p:cNvSpPr>
              <a:spLocks noChangeShapeType="1"/>
            </p:cNvSpPr>
            <p:nvPr/>
          </p:nvSpPr>
          <p:spPr bwMode="auto">
            <a:xfrm>
              <a:off x="6980306" y="734645"/>
              <a:ext cx="10777" cy="5936474"/>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sp>
          <p:nvSpPr>
            <p:cNvPr id="4211" name="Line 28"/>
            <p:cNvSpPr>
              <a:spLocks noChangeShapeType="1"/>
            </p:cNvSpPr>
            <p:nvPr/>
          </p:nvSpPr>
          <p:spPr bwMode="auto">
            <a:xfrm>
              <a:off x="2751102" y="736129"/>
              <a:ext cx="0" cy="591645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sp>
          <p:nvSpPr>
            <p:cNvPr id="4212" name="Line 29"/>
            <p:cNvSpPr>
              <a:spLocks noChangeShapeType="1"/>
            </p:cNvSpPr>
            <p:nvPr/>
          </p:nvSpPr>
          <p:spPr bwMode="auto">
            <a:xfrm>
              <a:off x="4128249" y="734645"/>
              <a:ext cx="17705" cy="6123356"/>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sp>
          <p:nvSpPr>
            <p:cNvPr id="4213" name="Text Box 49"/>
            <p:cNvSpPr txBox="1">
              <a:spLocks noChangeArrowheads="1"/>
            </p:cNvSpPr>
            <p:nvPr/>
          </p:nvSpPr>
          <p:spPr bwMode="auto">
            <a:xfrm>
              <a:off x="6436837" y="354207"/>
              <a:ext cx="1157758" cy="373764"/>
            </a:xfrm>
            <a:prstGeom prst="rect">
              <a:avLst/>
            </a:prstGeom>
            <a:solidFill>
              <a:srgbClr val="FFFFFF"/>
            </a:solidFill>
            <a:ln w="19050">
              <a:solidFill>
                <a:srgbClr val="000000"/>
              </a:solidFill>
              <a:miter lim="800000"/>
              <a:headEnd/>
              <a:tailEnd/>
            </a:ln>
          </p:spPr>
          <p:txBody>
            <a:bodyPr lIns="36000" tIns="36000" rIns="180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spcAft>
                  <a:spcPts val="1000"/>
                </a:spcAft>
                <a:buClrTx/>
                <a:buSzTx/>
                <a:buFontTx/>
                <a:buNone/>
              </a:pPr>
              <a:r>
                <a:rPr lang="en-GB" altLang="en-US" sz="1800" b="1" u="sng">
                  <a:latin typeface="Calibri" panose="020F0502020204030204" pitchFamily="34" charset="0"/>
                </a:rPr>
                <a:t>aBoat:Boat</a:t>
              </a:r>
              <a:endParaRPr lang="en-US" altLang="en-US" sz="1800"/>
            </a:p>
          </p:txBody>
        </p:sp>
      </p:grpSp>
      <p:grpSp>
        <p:nvGrpSpPr>
          <p:cNvPr id="3" name="Group 112"/>
          <p:cNvGrpSpPr>
            <a:grpSpLocks/>
          </p:cNvGrpSpPr>
          <p:nvPr/>
        </p:nvGrpSpPr>
        <p:grpSpPr bwMode="auto">
          <a:xfrm>
            <a:off x="1435100" y="1539875"/>
            <a:ext cx="5484813" cy="290513"/>
            <a:chOff x="1434768" y="1539277"/>
            <a:chExt cx="5484725" cy="290706"/>
          </a:xfrm>
        </p:grpSpPr>
        <p:sp>
          <p:nvSpPr>
            <p:cNvPr id="4204" name="Line 24"/>
            <p:cNvSpPr>
              <a:spLocks noChangeShapeType="1"/>
            </p:cNvSpPr>
            <p:nvPr/>
          </p:nvSpPr>
          <p:spPr bwMode="auto">
            <a:xfrm>
              <a:off x="1434768" y="1791419"/>
              <a:ext cx="5484725" cy="0"/>
            </a:xfrm>
            <a:prstGeom prst="line">
              <a:avLst/>
            </a:prstGeom>
            <a:noFill/>
            <a:ln w="9525">
              <a:solidFill>
                <a:srgbClr val="000000"/>
              </a:solidFill>
              <a:prstDash val="solid"/>
              <a:round/>
              <a:headEnd/>
              <a:tailEnd type="triangle" w="sm" len="lg"/>
            </a:ln>
            <a:extLst>
              <a:ext uri="{909E8E84-426E-40DD-AFC4-6F175D3DCCD1}">
                <a14:hiddenFill xmlns:a14="http://schemas.microsoft.com/office/drawing/2010/main">
                  <a:noFill/>
                </a14:hiddenFill>
              </a:ext>
            </a:extLst>
          </p:spPr>
          <p:txBody>
            <a:bodyPr/>
            <a:lstStyle/>
            <a:p>
              <a:endParaRPr lang="en-GB"/>
            </a:p>
          </p:txBody>
        </p:sp>
        <p:sp>
          <p:nvSpPr>
            <p:cNvPr id="4205" name="Text Box 50"/>
            <p:cNvSpPr txBox="1">
              <a:spLocks noChangeArrowheads="1"/>
            </p:cNvSpPr>
            <p:nvPr/>
          </p:nvSpPr>
          <p:spPr bwMode="auto">
            <a:xfrm>
              <a:off x="4111314" y="1539277"/>
              <a:ext cx="1711234" cy="290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spcAft>
                  <a:spcPts val="1000"/>
                </a:spcAft>
                <a:buClrTx/>
                <a:buSzTx/>
                <a:buFontTx/>
                <a:buNone/>
              </a:pPr>
              <a:r>
                <a:rPr lang="en-GB" altLang="en-US" sz="1800" dirty="0" err="1">
                  <a:latin typeface="Calibri" panose="020F0502020204030204" pitchFamily="34" charset="0"/>
                </a:rPr>
                <a:t>crossRiver</a:t>
              </a:r>
              <a:r>
                <a:rPr lang="en-GB" altLang="en-US" sz="1800" dirty="0">
                  <a:latin typeface="Calibri" panose="020F0502020204030204" pitchFamily="34" charset="0"/>
                </a:rPr>
                <a:t>(</a:t>
              </a:r>
              <a:r>
                <a:rPr lang="en-GB" altLang="en-US" sz="1800" dirty="0" err="1">
                  <a:latin typeface="Calibri" panose="020F0502020204030204" pitchFamily="34" charset="0"/>
                </a:rPr>
                <a:t>aBoat</a:t>
              </a:r>
              <a:r>
                <a:rPr lang="en-GB" altLang="en-US" sz="1800" dirty="0">
                  <a:latin typeface="Calibri" panose="020F0502020204030204" pitchFamily="34" charset="0"/>
                </a:rPr>
                <a:t>)</a:t>
              </a:r>
              <a:endParaRPr lang="en-US" altLang="en-US" sz="1800" dirty="0"/>
            </a:p>
          </p:txBody>
        </p:sp>
      </p:grpSp>
      <p:grpSp>
        <p:nvGrpSpPr>
          <p:cNvPr id="4" name="Group 111"/>
          <p:cNvGrpSpPr>
            <a:grpSpLocks/>
          </p:cNvGrpSpPr>
          <p:nvPr/>
        </p:nvGrpSpPr>
        <p:grpSpPr bwMode="auto">
          <a:xfrm>
            <a:off x="1390650" y="1241425"/>
            <a:ext cx="5661025" cy="592138"/>
            <a:chOff x="1390890" y="1241896"/>
            <a:chExt cx="5660236" cy="591794"/>
          </a:xfrm>
        </p:grpSpPr>
        <p:sp>
          <p:nvSpPr>
            <p:cNvPr id="4201" name="Text Box 21"/>
            <p:cNvSpPr txBox="1">
              <a:spLocks noChangeArrowheads="1"/>
            </p:cNvSpPr>
            <p:nvPr/>
          </p:nvSpPr>
          <p:spPr bwMode="auto">
            <a:xfrm>
              <a:off x="4374581" y="1241896"/>
              <a:ext cx="1411865" cy="329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spcAft>
                  <a:spcPts val="1000"/>
                </a:spcAft>
                <a:buClrTx/>
                <a:buSzTx/>
                <a:buFontTx/>
                <a:buNone/>
              </a:pPr>
              <a:r>
                <a:rPr lang="en-GB" altLang="en-US" sz="1800">
                  <a:latin typeface="Calibri" panose="020F0502020204030204" pitchFamily="34" charset="0"/>
                </a:rPr>
                <a:t>load(aGoose)</a:t>
              </a:r>
              <a:endParaRPr lang="en-US" altLang="en-US" sz="1800"/>
            </a:p>
          </p:txBody>
        </p:sp>
        <p:sp>
          <p:nvSpPr>
            <p:cNvPr id="4202" name="Rectangle 25"/>
            <p:cNvSpPr>
              <a:spLocks noChangeArrowheads="1"/>
            </p:cNvSpPr>
            <p:nvPr/>
          </p:nvSpPr>
          <p:spPr bwMode="auto">
            <a:xfrm>
              <a:off x="6919493" y="1537793"/>
              <a:ext cx="131633" cy="295897"/>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sp>
          <p:nvSpPr>
            <p:cNvPr id="4203" name="Line 26"/>
            <p:cNvSpPr>
              <a:spLocks noChangeShapeType="1"/>
            </p:cNvSpPr>
            <p:nvPr/>
          </p:nvSpPr>
          <p:spPr bwMode="auto">
            <a:xfrm>
              <a:off x="1390890" y="1537793"/>
              <a:ext cx="5528603" cy="0"/>
            </a:xfrm>
            <a:prstGeom prst="line">
              <a:avLst/>
            </a:prstGeom>
            <a:noFill/>
            <a:ln w="952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en-GB"/>
            </a:p>
          </p:txBody>
        </p:sp>
      </p:grpSp>
      <p:grpSp>
        <p:nvGrpSpPr>
          <p:cNvPr id="5" name="Group 110"/>
          <p:cNvGrpSpPr>
            <a:grpSpLocks/>
          </p:cNvGrpSpPr>
          <p:nvPr/>
        </p:nvGrpSpPr>
        <p:grpSpPr bwMode="auto">
          <a:xfrm>
            <a:off x="1390650" y="1049338"/>
            <a:ext cx="2808288" cy="446087"/>
            <a:chOff x="1390890" y="1049824"/>
            <a:chExt cx="2808179" cy="445699"/>
          </a:xfrm>
        </p:grpSpPr>
        <p:sp>
          <p:nvSpPr>
            <p:cNvPr id="4198" name="Line 19"/>
            <p:cNvSpPr>
              <a:spLocks noChangeShapeType="1"/>
            </p:cNvSpPr>
            <p:nvPr/>
          </p:nvSpPr>
          <p:spPr bwMode="auto">
            <a:xfrm flipV="1">
              <a:off x="1390890" y="1284168"/>
              <a:ext cx="2676546" cy="0"/>
            </a:xfrm>
            <a:prstGeom prst="line">
              <a:avLst/>
            </a:prstGeom>
            <a:noFill/>
            <a:ln w="952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en-GB"/>
            </a:p>
          </p:txBody>
        </p:sp>
        <p:sp>
          <p:nvSpPr>
            <p:cNvPr id="4199" name="Text Box 20"/>
            <p:cNvSpPr txBox="1">
              <a:spLocks noChangeArrowheads="1"/>
            </p:cNvSpPr>
            <p:nvPr/>
          </p:nvSpPr>
          <p:spPr bwMode="auto">
            <a:xfrm>
              <a:off x="2204554" y="1049824"/>
              <a:ext cx="1731249" cy="290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spcAft>
                  <a:spcPts val="1000"/>
                </a:spcAft>
                <a:buClrTx/>
                <a:buSzTx/>
                <a:buFontTx/>
                <a:buNone/>
              </a:pPr>
              <a:r>
                <a:rPr lang="en-GB" altLang="en-US" sz="1800">
                  <a:latin typeface="Calibri" panose="020F0502020204030204" pitchFamily="34" charset="0"/>
                </a:rPr>
                <a:t>get(aGoose)</a:t>
              </a:r>
              <a:endParaRPr lang="en-US" altLang="en-US" sz="1800"/>
            </a:p>
          </p:txBody>
        </p:sp>
        <p:sp>
          <p:nvSpPr>
            <p:cNvPr id="4200" name="Rectangle 30"/>
            <p:cNvSpPr>
              <a:spLocks noChangeArrowheads="1"/>
            </p:cNvSpPr>
            <p:nvPr/>
          </p:nvSpPr>
          <p:spPr bwMode="auto">
            <a:xfrm>
              <a:off x="4067436" y="1284168"/>
              <a:ext cx="131633" cy="211355"/>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grpSp>
        <p:nvGrpSpPr>
          <p:cNvPr id="6" name="Group 117"/>
          <p:cNvGrpSpPr>
            <a:grpSpLocks/>
          </p:cNvGrpSpPr>
          <p:nvPr/>
        </p:nvGrpSpPr>
        <p:grpSpPr bwMode="auto">
          <a:xfrm>
            <a:off x="1390650" y="1625600"/>
            <a:ext cx="7324725" cy="630238"/>
            <a:chOff x="1390650" y="1625600"/>
            <a:chExt cx="7324725" cy="630343"/>
          </a:xfrm>
        </p:grpSpPr>
        <p:grpSp>
          <p:nvGrpSpPr>
            <p:cNvPr id="4190" name="Group 33"/>
            <p:cNvGrpSpPr>
              <a:grpSpLocks/>
            </p:cNvGrpSpPr>
            <p:nvPr/>
          </p:nvGrpSpPr>
          <p:grpSpPr bwMode="auto">
            <a:xfrm>
              <a:off x="7486650" y="1625600"/>
              <a:ext cx="1228725" cy="546100"/>
              <a:chOff x="9640" y="8817"/>
              <a:chExt cx="1596" cy="736"/>
            </a:xfrm>
          </p:grpSpPr>
          <p:sp>
            <p:nvSpPr>
              <p:cNvPr id="4195" name="Rectangle 34"/>
              <p:cNvSpPr>
                <a:spLocks noChangeArrowheads="1"/>
              </p:cNvSpPr>
              <p:nvPr/>
            </p:nvSpPr>
            <p:spPr bwMode="auto">
              <a:xfrm>
                <a:off x="9640" y="8817"/>
                <a:ext cx="463" cy="720"/>
              </a:xfrm>
              <a:prstGeom prst="rect">
                <a:avLst/>
              </a:prstGeom>
              <a:solidFill>
                <a:srgbClr val="FFFFFF"/>
              </a:solidFill>
              <a:ln w="12700">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pic>
            <p:nvPicPr>
              <p:cNvPr id="4196" name="Picture 35" descr="http://www.geocities.com/Heartland/Valley/9106/duck1.gif"/>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10213" y="8817"/>
                <a:ext cx="476" cy="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7" name="Rectangle 36"/>
              <p:cNvSpPr>
                <a:spLocks noChangeArrowheads="1"/>
              </p:cNvSpPr>
              <p:nvPr/>
            </p:nvSpPr>
            <p:spPr bwMode="auto">
              <a:xfrm>
                <a:off x="10773" y="8817"/>
                <a:ext cx="463" cy="720"/>
              </a:xfrm>
              <a:prstGeom prst="rect">
                <a:avLst/>
              </a:prstGeom>
              <a:solidFill>
                <a:srgbClr val="FFFFFF"/>
              </a:solidFill>
              <a:ln w="12700">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grpSp>
          <p:nvGrpSpPr>
            <p:cNvPr id="4191" name="Group 116"/>
            <p:cNvGrpSpPr>
              <a:grpSpLocks/>
            </p:cNvGrpSpPr>
            <p:nvPr/>
          </p:nvGrpSpPr>
          <p:grpSpPr bwMode="auto">
            <a:xfrm>
              <a:off x="1390650" y="1790700"/>
              <a:ext cx="2808500" cy="465243"/>
              <a:chOff x="1390650" y="1790700"/>
              <a:chExt cx="2808500" cy="465243"/>
            </a:xfrm>
          </p:grpSpPr>
          <p:sp>
            <p:nvSpPr>
              <p:cNvPr id="4192" name="Line 23"/>
              <p:cNvSpPr>
                <a:spLocks noChangeShapeType="1"/>
              </p:cNvSpPr>
              <p:nvPr/>
            </p:nvSpPr>
            <p:spPr bwMode="auto">
              <a:xfrm flipV="1">
                <a:off x="1390650" y="2086764"/>
                <a:ext cx="2676852" cy="0"/>
              </a:xfrm>
              <a:prstGeom prst="line">
                <a:avLst/>
              </a:prstGeom>
              <a:noFill/>
              <a:ln w="952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en-GB"/>
              </a:p>
            </p:txBody>
          </p:sp>
          <p:sp>
            <p:nvSpPr>
              <p:cNvPr id="4193" name="Text Box 31"/>
              <p:cNvSpPr txBox="1">
                <a:spLocks noChangeArrowheads="1"/>
              </p:cNvSpPr>
              <p:nvPr/>
            </p:nvSpPr>
            <p:spPr bwMode="auto">
              <a:xfrm>
                <a:off x="2399956" y="1790700"/>
                <a:ext cx="1600599" cy="280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spcAft>
                    <a:spcPts val="1000"/>
                  </a:spcAft>
                  <a:buClrTx/>
                  <a:buSzTx/>
                  <a:buFontTx/>
                  <a:buNone/>
                </a:pPr>
                <a:r>
                  <a:rPr lang="en-GB" altLang="en-US" sz="1800">
                    <a:latin typeface="Calibri" panose="020F0502020204030204" pitchFamily="34" charset="0"/>
                  </a:rPr>
                  <a:t>leave(aGoose)</a:t>
                </a:r>
                <a:endParaRPr lang="en-US" altLang="en-US" sz="1800"/>
              </a:p>
            </p:txBody>
          </p:sp>
          <p:sp>
            <p:nvSpPr>
              <p:cNvPr id="4194" name="Rectangle 62"/>
              <p:cNvSpPr>
                <a:spLocks noChangeArrowheads="1"/>
              </p:cNvSpPr>
              <p:nvPr/>
            </p:nvSpPr>
            <p:spPr bwMode="auto">
              <a:xfrm>
                <a:off x="4067502" y="2044469"/>
                <a:ext cx="131648" cy="21147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grpSp>
      <p:grpSp>
        <p:nvGrpSpPr>
          <p:cNvPr id="9" name="Group 125"/>
          <p:cNvGrpSpPr>
            <a:grpSpLocks/>
          </p:cNvGrpSpPr>
          <p:nvPr/>
        </p:nvGrpSpPr>
        <p:grpSpPr bwMode="auto">
          <a:xfrm>
            <a:off x="1387475" y="2044700"/>
            <a:ext cx="7332663" cy="1985963"/>
            <a:chOff x="1387475" y="2044469"/>
            <a:chExt cx="7332194" cy="1986806"/>
          </a:xfrm>
        </p:grpSpPr>
        <p:sp>
          <p:nvSpPr>
            <p:cNvPr id="4164" name="Rectangle 52"/>
            <p:cNvSpPr>
              <a:spLocks noChangeArrowheads="1"/>
            </p:cNvSpPr>
            <p:nvPr/>
          </p:nvSpPr>
          <p:spPr bwMode="auto">
            <a:xfrm>
              <a:off x="6919886" y="2213649"/>
              <a:ext cx="131648" cy="21147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sp>
          <p:nvSpPr>
            <p:cNvPr id="4165" name="Text Box 51"/>
            <p:cNvSpPr txBox="1">
              <a:spLocks noChangeArrowheads="1"/>
            </p:cNvSpPr>
            <p:nvPr/>
          </p:nvSpPr>
          <p:spPr bwMode="auto">
            <a:xfrm>
              <a:off x="4286917" y="2044469"/>
              <a:ext cx="1711430" cy="290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spcAft>
                  <a:spcPts val="1000"/>
                </a:spcAft>
                <a:buClrTx/>
                <a:buSzTx/>
                <a:buFontTx/>
                <a:buNone/>
              </a:pPr>
              <a:r>
                <a:rPr lang="en-GB" altLang="en-US" sz="1800">
                  <a:latin typeface="Calibri" panose="020F0502020204030204" pitchFamily="34" charset="0"/>
                </a:rPr>
                <a:t>crossRiver(aBoat)</a:t>
              </a:r>
              <a:endParaRPr lang="en-US" altLang="en-US" sz="1800"/>
            </a:p>
          </p:txBody>
        </p:sp>
        <p:grpSp>
          <p:nvGrpSpPr>
            <p:cNvPr id="4166" name="Group 37"/>
            <p:cNvGrpSpPr>
              <a:grpSpLocks/>
            </p:cNvGrpSpPr>
            <p:nvPr/>
          </p:nvGrpSpPr>
          <p:grpSpPr bwMode="auto">
            <a:xfrm>
              <a:off x="7500958" y="3214686"/>
              <a:ext cx="1218711" cy="540187"/>
              <a:chOff x="9681" y="9909"/>
              <a:chExt cx="1583" cy="728"/>
            </a:xfrm>
          </p:grpSpPr>
          <p:pic>
            <p:nvPicPr>
              <p:cNvPr id="4187" name="Picture 38" descr="http://www.geocities.com/Heartland/Valley/9106/miscan0031.gif"/>
              <p:cNvPicPr>
                <a:picLocks noChangeAspect="1" noChangeArrowheads="1"/>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9681" y="9909"/>
                <a:ext cx="476" cy="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88" name="Rectangle 39"/>
              <p:cNvSpPr>
                <a:spLocks noChangeArrowheads="1"/>
              </p:cNvSpPr>
              <p:nvPr/>
            </p:nvSpPr>
            <p:spPr bwMode="auto">
              <a:xfrm>
                <a:off x="10241" y="9909"/>
                <a:ext cx="463" cy="720"/>
              </a:xfrm>
              <a:prstGeom prst="rect">
                <a:avLst/>
              </a:prstGeom>
              <a:solidFill>
                <a:srgbClr val="FFFFFF"/>
              </a:solidFill>
              <a:ln w="12700">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sp>
            <p:nvSpPr>
              <p:cNvPr id="4189" name="Rectangle 40"/>
              <p:cNvSpPr>
                <a:spLocks noChangeArrowheads="1"/>
              </p:cNvSpPr>
              <p:nvPr/>
            </p:nvSpPr>
            <p:spPr bwMode="auto">
              <a:xfrm>
                <a:off x="10801" y="9909"/>
                <a:ext cx="463" cy="720"/>
              </a:xfrm>
              <a:prstGeom prst="rect">
                <a:avLst/>
              </a:prstGeom>
              <a:solidFill>
                <a:srgbClr val="FFFFFF"/>
              </a:solidFill>
              <a:ln w="12700">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sp>
          <p:nvSpPr>
            <p:cNvPr id="4167" name="Line 22"/>
            <p:cNvSpPr>
              <a:spLocks noChangeShapeType="1"/>
            </p:cNvSpPr>
            <p:nvPr/>
          </p:nvSpPr>
          <p:spPr bwMode="auto">
            <a:xfrm flipV="1">
              <a:off x="1434533" y="2298238"/>
              <a:ext cx="5485353" cy="0"/>
            </a:xfrm>
            <a:prstGeom prst="line">
              <a:avLst/>
            </a:prstGeom>
            <a:noFill/>
            <a:ln w="9525">
              <a:solidFill>
                <a:srgbClr val="000000"/>
              </a:solidFill>
              <a:prstDash val="dash"/>
              <a:round/>
              <a:headEnd type="stealth"/>
              <a:tailEnd type="none" w="sm" len="lg"/>
            </a:ln>
            <a:extLst>
              <a:ext uri="{909E8E84-426E-40DD-AFC4-6F175D3DCCD1}">
                <a14:hiddenFill xmlns:a14="http://schemas.microsoft.com/office/drawing/2010/main">
                  <a:noFill/>
                </a14:hiddenFill>
              </a:ext>
            </a:extLst>
          </p:spPr>
          <p:txBody>
            <a:bodyPr/>
            <a:lstStyle/>
            <a:p>
              <a:endParaRPr lang="en-GB"/>
            </a:p>
          </p:txBody>
        </p:sp>
        <p:sp>
          <p:nvSpPr>
            <p:cNvPr id="4168" name="Line 27"/>
            <p:cNvSpPr>
              <a:spLocks noChangeShapeType="1"/>
            </p:cNvSpPr>
            <p:nvPr/>
          </p:nvSpPr>
          <p:spPr bwMode="auto">
            <a:xfrm flipV="1">
              <a:off x="1429913" y="2538651"/>
              <a:ext cx="1272602" cy="0"/>
            </a:xfrm>
            <a:prstGeom prst="line">
              <a:avLst/>
            </a:prstGeom>
            <a:noFill/>
            <a:ln w="952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en-GB"/>
            </a:p>
          </p:txBody>
        </p:sp>
        <p:sp>
          <p:nvSpPr>
            <p:cNvPr id="4169" name="Text Box 32"/>
            <p:cNvSpPr txBox="1">
              <a:spLocks noChangeArrowheads="1"/>
            </p:cNvSpPr>
            <p:nvPr/>
          </p:nvSpPr>
          <p:spPr bwMode="auto">
            <a:xfrm>
              <a:off x="1785918" y="2285992"/>
              <a:ext cx="965423" cy="290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spcAft>
                  <a:spcPts val="1000"/>
                </a:spcAft>
                <a:buClrTx/>
                <a:buSzTx/>
                <a:buFontTx/>
                <a:buNone/>
              </a:pPr>
              <a:r>
                <a:rPr lang="en-GB" altLang="en-US" sz="1800">
                  <a:latin typeface="Calibri" panose="020F0502020204030204" pitchFamily="34" charset="0"/>
                </a:rPr>
                <a:t>get(aFox)</a:t>
              </a:r>
              <a:endParaRPr lang="en-US" altLang="en-US" sz="1800"/>
            </a:p>
          </p:txBody>
        </p:sp>
        <p:sp>
          <p:nvSpPr>
            <p:cNvPr id="4170" name="Text Box 53"/>
            <p:cNvSpPr txBox="1">
              <a:spLocks noChangeArrowheads="1"/>
            </p:cNvSpPr>
            <p:nvPr/>
          </p:nvSpPr>
          <p:spPr bwMode="auto">
            <a:xfrm>
              <a:off x="3891971" y="2467417"/>
              <a:ext cx="1009305" cy="290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spcAft>
                  <a:spcPts val="1000"/>
                </a:spcAft>
                <a:buClrTx/>
                <a:buSzTx/>
                <a:buFontTx/>
                <a:buNone/>
              </a:pPr>
              <a:r>
                <a:rPr lang="en-GB" altLang="en-US" sz="1800">
                  <a:latin typeface="Calibri" panose="020F0502020204030204" pitchFamily="34" charset="0"/>
                </a:rPr>
                <a:t>load(aFox)</a:t>
              </a:r>
              <a:endParaRPr lang="en-US" altLang="en-US" sz="1800"/>
            </a:p>
          </p:txBody>
        </p:sp>
        <p:sp>
          <p:nvSpPr>
            <p:cNvPr id="4171" name="Line 54"/>
            <p:cNvSpPr>
              <a:spLocks noChangeShapeType="1"/>
            </p:cNvSpPr>
            <p:nvPr/>
          </p:nvSpPr>
          <p:spPr bwMode="auto">
            <a:xfrm>
              <a:off x="1434533" y="2763481"/>
              <a:ext cx="5485353" cy="0"/>
            </a:xfrm>
            <a:prstGeom prst="line">
              <a:avLst/>
            </a:prstGeom>
            <a:noFill/>
            <a:ln w="952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en-GB"/>
            </a:p>
          </p:txBody>
        </p:sp>
        <p:sp>
          <p:nvSpPr>
            <p:cNvPr id="4172" name="Rectangle 55"/>
            <p:cNvSpPr>
              <a:spLocks noChangeArrowheads="1"/>
            </p:cNvSpPr>
            <p:nvPr/>
          </p:nvSpPr>
          <p:spPr bwMode="auto">
            <a:xfrm>
              <a:off x="6919886" y="2721186"/>
              <a:ext cx="131648" cy="29606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sp>
          <p:nvSpPr>
            <p:cNvPr id="4173" name="Line 56"/>
            <p:cNvSpPr>
              <a:spLocks noChangeShapeType="1"/>
            </p:cNvSpPr>
            <p:nvPr/>
          </p:nvSpPr>
          <p:spPr bwMode="auto">
            <a:xfrm>
              <a:off x="1429913" y="3016508"/>
              <a:ext cx="5489972" cy="742"/>
            </a:xfrm>
            <a:prstGeom prst="line">
              <a:avLst/>
            </a:prstGeom>
            <a:noFill/>
            <a:ln w="9525">
              <a:solidFill>
                <a:srgbClr val="000000"/>
              </a:solidFill>
              <a:prstDash val="solid"/>
              <a:round/>
              <a:headEnd/>
              <a:tailEnd type="triangle" w="sm" len="lg"/>
            </a:ln>
            <a:extLst>
              <a:ext uri="{909E8E84-426E-40DD-AFC4-6F175D3DCCD1}">
                <a14:hiddenFill xmlns:a14="http://schemas.microsoft.com/office/drawing/2010/main">
                  <a:noFill/>
                </a14:hiddenFill>
              </a:ext>
            </a:extLst>
          </p:spPr>
          <p:txBody>
            <a:bodyPr/>
            <a:lstStyle/>
            <a:p>
              <a:endParaRPr lang="en-GB" dirty="0"/>
            </a:p>
          </p:txBody>
        </p:sp>
        <p:sp>
          <p:nvSpPr>
            <p:cNvPr id="4174" name="Text Box 57"/>
            <p:cNvSpPr txBox="1">
              <a:spLocks noChangeArrowheads="1"/>
            </p:cNvSpPr>
            <p:nvPr/>
          </p:nvSpPr>
          <p:spPr bwMode="auto">
            <a:xfrm>
              <a:off x="4374683" y="2763481"/>
              <a:ext cx="1711430" cy="290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spcAft>
                  <a:spcPts val="1000"/>
                </a:spcAft>
                <a:buClrTx/>
                <a:buSzTx/>
                <a:buFontTx/>
                <a:buNone/>
              </a:pPr>
              <a:r>
                <a:rPr lang="en-GB" altLang="en-US" sz="1800">
                  <a:latin typeface="Calibri" panose="020F0502020204030204" pitchFamily="34" charset="0"/>
                </a:rPr>
                <a:t>crossRiver(aBoat)</a:t>
              </a:r>
              <a:endParaRPr lang="en-US" altLang="en-US" sz="1800"/>
            </a:p>
          </p:txBody>
        </p:sp>
        <p:sp>
          <p:nvSpPr>
            <p:cNvPr id="4175" name="Rectangle 64"/>
            <p:cNvSpPr>
              <a:spLocks noChangeArrowheads="1"/>
            </p:cNvSpPr>
            <p:nvPr/>
          </p:nvSpPr>
          <p:spPr bwMode="auto">
            <a:xfrm>
              <a:off x="2701746" y="2517874"/>
              <a:ext cx="131648" cy="211474"/>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sp>
          <p:nvSpPr>
            <p:cNvPr id="4176" name="Line 60"/>
            <p:cNvSpPr>
              <a:spLocks noChangeShapeType="1"/>
            </p:cNvSpPr>
            <p:nvPr/>
          </p:nvSpPr>
          <p:spPr bwMode="auto">
            <a:xfrm flipV="1">
              <a:off x="1409027" y="3286025"/>
              <a:ext cx="1272317" cy="0"/>
            </a:xfrm>
            <a:prstGeom prst="line">
              <a:avLst/>
            </a:prstGeom>
            <a:noFill/>
            <a:ln w="952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en-GB"/>
            </a:p>
          </p:txBody>
        </p:sp>
        <p:sp>
          <p:nvSpPr>
            <p:cNvPr id="4177" name="Text Box 61"/>
            <p:cNvSpPr txBox="1">
              <a:spLocks noChangeArrowheads="1"/>
            </p:cNvSpPr>
            <p:nvPr/>
          </p:nvSpPr>
          <p:spPr bwMode="auto">
            <a:xfrm>
              <a:off x="1698435" y="3059113"/>
              <a:ext cx="1096825" cy="290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spcAft>
                  <a:spcPts val="1000"/>
                </a:spcAft>
                <a:buClrTx/>
                <a:buSzTx/>
                <a:buFontTx/>
                <a:buNone/>
              </a:pPr>
              <a:r>
                <a:rPr lang="en-GB" altLang="en-US" sz="1800">
                  <a:latin typeface="Calibri" panose="020F0502020204030204" pitchFamily="34" charset="0"/>
                </a:rPr>
                <a:t>leave(aFox)</a:t>
              </a:r>
              <a:endParaRPr lang="en-US" altLang="en-US" sz="1800"/>
            </a:p>
          </p:txBody>
        </p:sp>
        <p:sp>
          <p:nvSpPr>
            <p:cNvPr id="4178" name="Rectangle 65"/>
            <p:cNvSpPr>
              <a:spLocks noChangeArrowheads="1"/>
            </p:cNvSpPr>
            <p:nvPr/>
          </p:nvSpPr>
          <p:spPr bwMode="auto">
            <a:xfrm>
              <a:off x="2702127" y="3265261"/>
              <a:ext cx="131619" cy="2113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sp>
          <p:nvSpPr>
            <p:cNvPr id="4179" name="Text Box 67"/>
            <p:cNvSpPr txBox="1">
              <a:spLocks noChangeArrowheads="1"/>
            </p:cNvSpPr>
            <p:nvPr/>
          </p:nvSpPr>
          <p:spPr bwMode="auto">
            <a:xfrm>
              <a:off x="2960746" y="3286025"/>
              <a:ext cx="1254189" cy="285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spcAft>
                  <a:spcPts val="1000"/>
                </a:spcAft>
                <a:buClrTx/>
                <a:buSzTx/>
                <a:buFontTx/>
                <a:buNone/>
              </a:pPr>
              <a:r>
                <a:rPr lang="en-GB" altLang="en-US" sz="1800">
                  <a:latin typeface="Calibri" panose="020F0502020204030204" pitchFamily="34" charset="0"/>
                </a:rPr>
                <a:t>get(aGoose)</a:t>
              </a:r>
              <a:endParaRPr lang="en-US" altLang="en-US" sz="1800"/>
            </a:p>
          </p:txBody>
        </p:sp>
        <p:sp>
          <p:nvSpPr>
            <p:cNvPr id="4180" name="Line 58"/>
            <p:cNvSpPr>
              <a:spLocks noChangeShapeType="1"/>
            </p:cNvSpPr>
            <p:nvPr/>
          </p:nvSpPr>
          <p:spPr bwMode="auto">
            <a:xfrm flipV="1">
              <a:off x="1387475" y="3991973"/>
              <a:ext cx="5517224" cy="0"/>
            </a:xfrm>
            <a:prstGeom prst="line">
              <a:avLst/>
            </a:prstGeom>
            <a:noFill/>
            <a:ln w="9525">
              <a:solidFill>
                <a:srgbClr val="000000"/>
              </a:solidFill>
              <a:prstDash val="dash"/>
              <a:round/>
              <a:headEnd type="stealth"/>
              <a:tailEnd type="none" w="sm" len="lg"/>
            </a:ln>
            <a:extLst>
              <a:ext uri="{909E8E84-426E-40DD-AFC4-6F175D3DCCD1}">
                <a14:hiddenFill xmlns:a14="http://schemas.microsoft.com/office/drawing/2010/main">
                  <a:noFill/>
                </a14:hiddenFill>
              </a:ext>
            </a:extLst>
          </p:spPr>
          <p:txBody>
            <a:bodyPr/>
            <a:lstStyle/>
            <a:p>
              <a:endParaRPr lang="en-GB" dirty="0"/>
            </a:p>
          </p:txBody>
        </p:sp>
        <p:sp>
          <p:nvSpPr>
            <p:cNvPr id="4181" name="Text Box 59"/>
            <p:cNvSpPr txBox="1">
              <a:spLocks noChangeArrowheads="1"/>
            </p:cNvSpPr>
            <p:nvPr/>
          </p:nvSpPr>
          <p:spPr bwMode="auto">
            <a:xfrm>
              <a:off x="4286248" y="3714752"/>
              <a:ext cx="1711047" cy="290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spcAft>
                  <a:spcPts val="1000"/>
                </a:spcAft>
                <a:buClrTx/>
                <a:buSzTx/>
                <a:buFontTx/>
                <a:buNone/>
              </a:pPr>
              <a:r>
                <a:rPr lang="en-GB" altLang="en-US" sz="1800">
                  <a:latin typeface="Calibri" panose="020F0502020204030204" pitchFamily="34" charset="0"/>
                </a:rPr>
                <a:t>crossRiver(aBoat)</a:t>
              </a:r>
              <a:endParaRPr lang="en-US" altLang="en-US" sz="1800"/>
            </a:p>
          </p:txBody>
        </p:sp>
        <p:sp>
          <p:nvSpPr>
            <p:cNvPr id="4182" name="Rectangle 63"/>
            <p:cNvSpPr>
              <a:spLocks noChangeArrowheads="1"/>
            </p:cNvSpPr>
            <p:nvPr/>
          </p:nvSpPr>
          <p:spPr bwMode="auto">
            <a:xfrm>
              <a:off x="4067578" y="3524060"/>
              <a:ext cx="131619" cy="2113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sp>
          <p:nvSpPr>
            <p:cNvPr id="4183" name="Line 66"/>
            <p:cNvSpPr>
              <a:spLocks noChangeShapeType="1"/>
            </p:cNvSpPr>
            <p:nvPr/>
          </p:nvSpPr>
          <p:spPr bwMode="auto">
            <a:xfrm flipV="1">
              <a:off x="1387475" y="3535183"/>
              <a:ext cx="2676254" cy="0"/>
            </a:xfrm>
            <a:prstGeom prst="line">
              <a:avLst/>
            </a:prstGeom>
            <a:noFill/>
            <a:ln w="952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en-GB"/>
            </a:p>
          </p:txBody>
        </p:sp>
        <p:sp>
          <p:nvSpPr>
            <p:cNvPr id="4184" name="Text Box 68"/>
            <p:cNvSpPr txBox="1">
              <a:spLocks noChangeArrowheads="1"/>
            </p:cNvSpPr>
            <p:nvPr/>
          </p:nvSpPr>
          <p:spPr bwMode="auto">
            <a:xfrm>
              <a:off x="4447810" y="3472893"/>
              <a:ext cx="1481450" cy="312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spcAft>
                  <a:spcPts val="1000"/>
                </a:spcAft>
                <a:buClrTx/>
                <a:buSzTx/>
                <a:buFontTx/>
                <a:buNone/>
              </a:pPr>
              <a:r>
                <a:rPr lang="en-GB" altLang="en-US" sz="1800">
                  <a:latin typeface="Calibri" panose="020F0502020204030204" pitchFamily="34" charset="0"/>
                </a:rPr>
                <a:t>load(aGoose)</a:t>
              </a:r>
              <a:endParaRPr lang="en-US" altLang="en-US" sz="1800"/>
            </a:p>
          </p:txBody>
        </p:sp>
        <p:sp>
          <p:nvSpPr>
            <p:cNvPr id="4185" name="Rectangle 69"/>
            <p:cNvSpPr>
              <a:spLocks noChangeArrowheads="1"/>
            </p:cNvSpPr>
            <p:nvPr/>
          </p:nvSpPr>
          <p:spPr bwMode="auto">
            <a:xfrm>
              <a:off x="6919324" y="3735399"/>
              <a:ext cx="131619" cy="295876"/>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sp>
          <p:nvSpPr>
            <p:cNvPr id="4186" name="Line 70"/>
            <p:cNvSpPr>
              <a:spLocks noChangeShapeType="1"/>
            </p:cNvSpPr>
            <p:nvPr/>
          </p:nvSpPr>
          <p:spPr bwMode="auto">
            <a:xfrm>
              <a:off x="1387475" y="3763578"/>
              <a:ext cx="5528000" cy="0"/>
            </a:xfrm>
            <a:prstGeom prst="line">
              <a:avLst/>
            </a:prstGeom>
            <a:noFill/>
            <a:ln w="952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en-GB"/>
            </a:p>
          </p:txBody>
        </p:sp>
      </p:grpSp>
      <p:sp>
        <p:nvSpPr>
          <p:cNvPr id="106" name="Rectangle 105"/>
          <p:cNvSpPr>
            <a:spLocks noChangeArrowheads="1"/>
          </p:cNvSpPr>
          <p:nvPr/>
        </p:nvSpPr>
        <p:spPr bwMode="auto">
          <a:xfrm>
            <a:off x="1979712" y="0"/>
            <a:ext cx="532859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GB" altLang="en-US" sz="1600" i="1" dirty="0">
                <a:solidFill>
                  <a:srgbClr val="003FBC"/>
                </a:solidFill>
              </a:rPr>
              <a:t>A UML diagram - participating actors and objects </a:t>
            </a:r>
            <a:endParaRPr lang="en-GB" altLang="en-US" sz="1600" dirty="0">
              <a:solidFill>
                <a:srgbClr val="003FBC"/>
              </a:solidFill>
            </a:endParaRPr>
          </a:p>
        </p:txBody>
      </p:sp>
      <p:grpSp>
        <p:nvGrpSpPr>
          <p:cNvPr id="16" name="Group 109"/>
          <p:cNvGrpSpPr>
            <a:grpSpLocks/>
          </p:cNvGrpSpPr>
          <p:nvPr/>
        </p:nvGrpSpPr>
        <p:grpSpPr bwMode="auto">
          <a:xfrm>
            <a:off x="714375" y="285750"/>
            <a:ext cx="1630363" cy="6370638"/>
            <a:chOff x="714348" y="285728"/>
            <a:chExt cx="1630407" cy="6370278"/>
          </a:xfrm>
        </p:grpSpPr>
        <p:grpSp>
          <p:nvGrpSpPr>
            <p:cNvPr id="4114" name="Group 103"/>
            <p:cNvGrpSpPr>
              <a:grpSpLocks/>
            </p:cNvGrpSpPr>
            <p:nvPr/>
          </p:nvGrpSpPr>
          <p:grpSpPr bwMode="auto">
            <a:xfrm>
              <a:off x="714348" y="285728"/>
              <a:ext cx="1630407" cy="862210"/>
              <a:chOff x="714348" y="285728"/>
              <a:chExt cx="1630407" cy="862210"/>
            </a:xfrm>
          </p:grpSpPr>
          <p:sp>
            <p:nvSpPr>
              <p:cNvPr id="4120" name="Text Box 3"/>
              <p:cNvSpPr txBox="1">
                <a:spLocks noChangeArrowheads="1"/>
              </p:cNvSpPr>
              <p:nvPr/>
            </p:nvSpPr>
            <p:spPr bwMode="auto">
              <a:xfrm>
                <a:off x="714348" y="857232"/>
                <a:ext cx="1630407" cy="290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spcAft>
                    <a:spcPts val="1000"/>
                  </a:spcAft>
                  <a:buClrTx/>
                  <a:buSzTx/>
                  <a:buFontTx/>
                  <a:buNone/>
                </a:pPr>
                <a:r>
                  <a:rPr lang="en-GB" altLang="en-US" sz="1800" b="1" u="sng" dirty="0">
                    <a:latin typeface="Calibri" panose="020F0502020204030204" pitchFamily="34" charset="0"/>
                  </a:rPr>
                  <a:t>F:Farmer</a:t>
                </a:r>
                <a:endParaRPr lang="en-US" altLang="en-US" sz="1800" dirty="0"/>
              </a:p>
            </p:txBody>
          </p:sp>
          <p:grpSp>
            <p:nvGrpSpPr>
              <p:cNvPr id="4121" name="Group 4"/>
              <p:cNvGrpSpPr>
                <a:grpSpLocks/>
              </p:cNvGrpSpPr>
              <p:nvPr/>
            </p:nvGrpSpPr>
            <p:grpSpPr bwMode="auto">
              <a:xfrm>
                <a:off x="1142976" y="285728"/>
                <a:ext cx="322540" cy="448665"/>
                <a:chOff x="1645" y="11344"/>
                <a:chExt cx="476" cy="833"/>
              </a:xfrm>
            </p:grpSpPr>
            <p:sp>
              <p:nvSpPr>
                <p:cNvPr id="4122" name="Oval 5"/>
                <p:cNvSpPr>
                  <a:spLocks noChangeArrowheads="1"/>
                </p:cNvSpPr>
                <p:nvPr/>
              </p:nvSpPr>
              <p:spPr bwMode="auto">
                <a:xfrm>
                  <a:off x="1758" y="11344"/>
                  <a:ext cx="285" cy="274"/>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sp>
              <p:nvSpPr>
                <p:cNvPr id="4123" name="Line 6"/>
                <p:cNvSpPr>
                  <a:spLocks noChangeShapeType="1"/>
                </p:cNvSpPr>
                <p:nvPr/>
              </p:nvSpPr>
              <p:spPr bwMode="auto">
                <a:xfrm>
                  <a:off x="1897" y="11617"/>
                  <a:ext cx="0" cy="34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124" name="Line 7"/>
                <p:cNvSpPr>
                  <a:spLocks noChangeShapeType="1"/>
                </p:cNvSpPr>
                <p:nvPr/>
              </p:nvSpPr>
              <p:spPr bwMode="auto">
                <a:xfrm>
                  <a:off x="1673" y="11757"/>
                  <a:ext cx="42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125" name="Line 8"/>
                <p:cNvSpPr>
                  <a:spLocks noChangeShapeType="1"/>
                </p:cNvSpPr>
                <p:nvPr/>
              </p:nvSpPr>
              <p:spPr bwMode="auto">
                <a:xfrm flipH="1">
                  <a:off x="1645" y="11953"/>
                  <a:ext cx="224" cy="22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126" name="Line 9"/>
                <p:cNvSpPr>
                  <a:spLocks noChangeShapeType="1"/>
                </p:cNvSpPr>
                <p:nvPr/>
              </p:nvSpPr>
              <p:spPr bwMode="auto">
                <a:xfrm>
                  <a:off x="1897" y="11953"/>
                  <a:ext cx="224" cy="22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grpSp>
        </p:grpSp>
        <p:grpSp>
          <p:nvGrpSpPr>
            <p:cNvPr id="4115" name="Group 15"/>
            <p:cNvGrpSpPr>
              <a:grpSpLocks/>
            </p:cNvGrpSpPr>
            <p:nvPr/>
          </p:nvGrpSpPr>
          <p:grpSpPr bwMode="auto">
            <a:xfrm>
              <a:off x="1285852" y="1142984"/>
              <a:ext cx="149338" cy="5513022"/>
              <a:chOff x="2037" y="5485"/>
              <a:chExt cx="224" cy="4172"/>
            </a:xfrm>
          </p:grpSpPr>
          <p:sp>
            <p:nvSpPr>
              <p:cNvPr id="4117" name="Line 16"/>
              <p:cNvSpPr>
                <a:spLocks noChangeShapeType="1"/>
              </p:cNvSpPr>
              <p:nvPr/>
            </p:nvSpPr>
            <p:spPr bwMode="auto">
              <a:xfrm>
                <a:off x="2037" y="5485"/>
                <a:ext cx="0" cy="41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118" name="Line 17"/>
              <p:cNvSpPr>
                <a:spLocks noChangeShapeType="1"/>
              </p:cNvSpPr>
              <p:nvPr/>
            </p:nvSpPr>
            <p:spPr bwMode="auto">
              <a:xfrm>
                <a:off x="2233" y="5485"/>
                <a:ext cx="0" cy="41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119" name="Line 18"/>
              <p:cNvSpPr>
                <a:spLocks noChangeShapeType="1"/>
              </p:cNvSpPr>
              <p:nvPr/>
            </p:nvSpPr>
            <p:spPr bwMode="auto">
              <a:xfrm flipV="1">
                <a:off x="2037" y="5485"/>
                <a:ext cx="22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grpSp>
        <p:cxnSp>
          <p:nvCxnSpPr>
            <p:cNvPr id="4116" name="Straight Connector 107"/>
            <p:cNvCxnSpPr>
              <a:cxnSpLocks noChangeShapeType="1"/>
            </p:cNvCxnSpPr>
            <p:nvPr/>
          </p:nvCxnSpPr>
          <p:spPr bwMode="auto">
            <a:xfrm rot="5400000">
              <a:off x="1143770" y="999314"/>
              <a:ext cx="428628" cy="1588"/>
            </a:xfrm>
            <a:prstGeom prst="line">
              <a:avLst/>
            </a:prstGeom>
            <a:noFill/>
            <a:ln w="9525" algn="ctr">
              <a:solidFill>
                <a:schemeClr val="tx1"/>
              </a:solidFill>
              <a:prstDash val="dash"/>
              <a:miter lim="800000"/>
              <a:headEnd/>
              <a:tailEnd/>
            </a:ln>
            <a:extLst>
              <a:ext uri="{909E8E84-426E-40DD-AFC4-6F175D3DCCD1}">
                <a14:hiddenFill xmlns:a14="http://schemas.microsoft.com/office/drawing/2010/main">
                  <a:noFill/>
                </a14:hiddenFill>
              </a:ext>
            </a:extLst>
          </p:spPr>
        </p:cxnSp>
      </p:grpSp>
      <p:sp>
        <p:nvSpPr>
          <p:cNvPr id="67684" name="Text Box 100"/>
          <p:cNvSpPr txBox="1">
            <a:spLocks noChangeArrowheads="1"/>
          </p:cNvSpPr>
          <p:nvPr/>
        </p:nvSpPr>
        <p:spPr bwMode="auto">
          <a:xfrm>
            <a:off x="4214813" y="6519863"/>
            <a:ext cx="9969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spcAft>
                <a:spcPts val="1000"/>
              </a:spcAft>
              <a:buClrTx/>
              <a:buSzTx/>
              <a:buFontTx/>
              <a:buNone/>
            </a:pPr>
            <a:r>
              <a:rPr lang="en-GB" altLang="en-US" sz="1600">
                <a:solidFill>
                  <a:srgbClr val="333399"/>
                </a:solidFill>
                <a:latin typeface="Calibri" panose="020F0502020204030204" pitchFamily="34" charset="0"/>
              </a:rPr>
              <a:t>activation</a:t>
            </a:r>
            <a:endParaRPr lang="en-US" altLang="en-US" sz="2400"/>
          </a:p>
        </p:txBody>
      </p:sp>
      <p:sp>
        <p:nvSpPr>
          <p:cNvPr id="67685" name="Text Box 101"/>
          <p:cNvSpPr txBox="1">
            <a:spLocks noChangeArrowheads="1"/>
          </p:cNvSpPr>
          <p:nvPr/>
        </p:nvSpPr>
        <p:spPr bwMode="auto">
          <a:xfrm>
            <a:off x="5500688" y="6357938"/>
            <a:ext cx="7842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spcAft>
                <a:spcPts val="1000"/>
              </a:spcAft>
              <a:buClrTx/>
              <a:buSzTx/>
              <a:buFontTx/>
              <a:buNone/>
            </a:pPr>
            <a:r>
              <a:rPr lang="en-GB" altLang="en-US" sz="1600">
                <a:solidFill>
                  <a:srgbClr val="333399"/>
                </a:solidFill>
                <a:latin typeface="Calibri" panose="020F0502020204030204" pitchFamily="34" charset="0"/>
              </a:rPr>
              <a:t>lifeline</a:t>
            </a:r>
            <a:endParaRPr lang="en-US" altLang="en-US" sz="2400"/>
          </a:p>
        </p:txBody>
      </p:sp>
      <p:grpSp>
        <p:nvGrpSpPr>
          <p:cNvPr id="20" name="Group 122"/>
          <p:cNvGrpSpPr>
            <a:grpSpLocks/>
          </p:cNvGrpSpPr>
          <p:nvPr/>
        </p:nvGrpSpPr>
        <p:grpSpPr bwMode="auto">
          <a:xfrm>
            <a:off x="6215063" y="5572125"/>
            <a:ext cx="1031875" cy="1285875"/>
            <a:chOff x="6215074" y="5572140"/>
            <a:chExt cx="1031875" cy="1285860"/>
          </a:xfrm>
        </p:grpSpPr>
        <p:sp>
          <p:nvSpPr>
            <p:cNvPr id="4111" name="Text Box 102"/>
            <p:cNvSpPr txBox="1">
              <a:spLocks noChangeArrowheads="1"/>
            </p:cNvSpPr>
            <p:nvPr/>
          </p:nvSpPr>
          <p:spPr bwMode="auto">
            <a:xfrm>
              <a:off x="6215074" y="6519863"/>
              <a:ext cx="1031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spcAft>
                  <a:spcPts val="1000"/>
                </a:spcAft>
                <a:buClrTx/>
                <a:buSzTx/>
                <a:buFontTx/>
                <a:buNone/>
              </a:pPr>
              <a:r>
                <a:rPr lang="en-GB" altLang="en-US" sz="1600">
                  <a:solidFill>
                    <a:srgbClr val="333399"/>
                  </a:solidFill>
                  <a:latin typeface="Calibri" panose="020F0502020204030204" pitchFamily="34" charset="0"/>
                </a:rPr>
                <a:t>messages</a:t>
              </a:r>
              <a:endParaRPr lang="en-US" altLang="en-US" sz="2400"/>
            </a:p>
          </p:txBody>
        </p:sp>
        <p:sp>
          <p:nvSpPr>
            <p:cNvPr id="4112" name="Line 103"/>
            <p:cNvSpPr>
              <a:spLocks noChangeShapeType="1"/>
            </p:cNvSpPr>
            <p:nvPr/>
          </p:nvSpPr>
          <p:spPr bwMode="auto">
            <a:xfrm flipH="1">
              <a:off x="6608774" y="5572140"/>
              <a:ext cx="177804" cy="1055673"/>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113" name="Line 104"/>
            <p:cNvSpPr>
              <a:spLocks noChangeShapeType="1"/>
            </p:cNvSpPr>
            <p:nvPr/>
          </p:nvSpPr>
          <p:spPr bwMode="auto">
            <a:xfrm>
              <a:off x="6429388" y="6143644"/>
              <a:ext cx="97157" cy="500066"/>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lstStyle/>
            <a:p>
              <a:endParaRPr lang="en-GB"/>
            </a:p>
          </p:txBody>
        </p:sp>
      </p:grpSp>
      <p:grpSp>
        <p:nvGrpSpPr>
          <p:cNvPr id="12" name="Group 11"/>
          <p:cNvGrpSpPr/>
          <p:nvPr/>
        </p:nvGrpSpPr>
        <p:grpSpPr>
          <a:xfrm>
            <a:off x="1387475" y="4000500"/>
            <a:ext cx="7360528" cy="1493838"/>
            <a:chOff x="1387475" y="4000500"/>
            <a:chExt cx="7360528" cy="1493838"/>
          </a:xfrm>
        </p:grpSpPr>
        <p:grpSp>
          <p:nvGrpSpPr>
            <p:cNvPr id="11" name="Group 126"/>
            <p:cNvGrpSpPr>
              <a:grpSpLocks/>
            </p:cNvGrpSpPr>
            <p:nvPr/>
          </p:nvGrpSpPr>
          <p:grpSpPr bwMode="auto">
            <a:xfrm>
              <a:off x="1387475" y="4000500"/>
              <a:ext cx="6897304" cy="1493838"/>
              <a:chOff x="1387475" y="4000504"/>
              <a:chExt cx="6897304" cy="1493834"/>
            </a:xfrm>
          </p:grpSpPr>
          <p:sp>
            <p:nvSpPr>
              <p:cNvPr id="4145" name="Rectangle 84"/>
              <p:cNvSpPr>
                <a:spLocks noChangeArrowheads="1"/>
              </p:cNvSpPr>
              <p:nvPr/>
            </p:nvSpPr>
            <p:spPr bwMode="auto">
              <a:xfrm>
                <a:off x="5492296" y="5282998"/>
                <a:ext cx="131619" cy="2113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nvGrpSpPr>
              <p:cNvPr id="4146" name="Group 45"/>
              <p:cNvGrpSpPr>
                <a:grpSpLocks/>
              </p:cNvGrpSpPr>
              <p:nvPr/>
            </p:nvGrpSpPr>
            <p:grpSpPr bwMode="auto">
              <a:xfrm>
                <a:off x="7497374" y="4552580"/>
                <a:ext cx="787405" cy="539843"/>
                <a:chOff x="9681" y="10917"/>
                <a:chExt cx="1023" cy="728"/>
              </a:xfrm>
            </p:grpSpPr>
            <p:pic>
              <p:nvPicPr>
                <p:cNvPr id="4162" name="Picture 47" descr="http://www.geocities.com/Heartland/Valley/9106/miscan0031.gif"/>
                <p:cNvPicPr>
                  <a:picLocks noChangeAspect="1" noChangeArrowheads="1"/>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9681" y="10917"/>
                  <a:ext cx="476" cy="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63" name="Rectangle 48"/>
                <p:cNvSpPr>
                  <a:spLocks noChangeArrowheads="1"/>
                </p:cNvSpPr>
                <p:nvPr/>
              </p:nvSpPr>
              <p:spPr bwMode="auto">
                <a:xfrm>
                  <a:off x="10241" y="10917"/>
                  <a:ext cx="463" cy="720"/>
                </a:xfrm>
                <a:prstGeom prst="rect">
                  <a:avLst/>
                </a:prstGeom>
                <a:solidFill>
                  <a:srgbClr val="FFFFFF"/>
                </a:solidFill>
                <a:ln w="12700">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grpSp>
            <p:nvGrpSpPr>
              <p:cNvPr id="4147" name="Group 71"/>
              <p:cNvGrpSpPr>
                <a:grpSpLocks/>
              </p:cNvGrpSpPr>
              <p:nvPr/>
            </p:nvGrpSpPr>
            <p:grpSpPr bwMode="auto">
              <a:xfrm>
                <a:off x="1409027" y="4760211"/>
                <a:ext cx="5484127" cy="290685"/>
                <a:chOff x="1953" y="10104"/>
                <a:chExt cx="7125" cy="392"/>
              </a:xfrm>
            </p:grpSpPr>
            <p:sp>
              <p:nvSpPr>
                <p:cNvPr id="4159" name="Line 72"/>
                <p:cNvSpPr>
                  <a:spLocks noChangeShapeType="1"/>
                </p:cNvSpPr>
                <p:nvPr/>
              </p:nvSpPr>
              <p:spPr bwMode="auto">
                <a:xfrm flipV="1">
                  <a:off x="1953" y="10446"/>
                  <a:ext cx="7125" cy="0"/>
                </a:xfrm>
                <a:prstGeom prst="line">
                  <a:avLst/>
                </a:prstGeom>
                <a:noFill/>
                <a:ln w="952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en-GB"/>
                </a:p>
              </p:txBody>
            </p:sp>
            <p:sp>
              <p:nvSpPr>
                <p:cNvPr id="4160" name="Text Box 73"/>
                <p:cNvSpPr txBox="1">
                  <a:spLocks noChangeArrowheads="1"/>
                </p:cNvSpPr>
                <p:nvPr/>
              </p:nvSpPr>
              <p:spPr bwMode="auto">
                <a:xfrm>
                  <a:off x="5658" y="10104"/>
                  <a:ext cx="2223"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spcAft>
                      <a:spcPts val="1000"/>
                    </a:spcAft>
                    <a:buClrTx/>
                    <a:buSzTx/>
                    <a:buFontTx/>
                    <a:buNone/>
                  </a:pPr>
                  <a:r>
                    <a:rPr lang="en-GB" altLang="en-US" sz="1800">
                      <a:latin typeface="Calibri" panose="020F0502020204030204" pitchFamily="34" charset="0"/>
                    </a:rPr>
                    <a:t>crossRiver(aBoat)</a:t>
                  </a:r>
                  <a:endParaRPr lang="en-US" altLang="en-US" sz="1800"/>
                </a:p>
              </p:txBody>
            </p:sp>
          </p:grpSp>
          <p:sp>
            <p:nvSpPr>
              <p:cNvPr id="4148" name="Line 74"/>
              <p:cNvSpPr>
                <a:spLocks noChangeShapeType="1"/>
              </p:cNvSpPr>
              <p:nvPr/>
            </p:nvSpPr>
            <p:spPr bwMode="auto">
              <a:xfrm flipV="1">
                <a:off x="1387475" y="4490290"/>
                <a:ext cx="4080191" cy="0"/>
              </a:xfrm>
              <a:prstGeom prst="line">
                <a:avLst/>
              </a:prstGeom>
              <a:noFill/>
              <a:ln w="952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en-GB"/>
              </a:p>
            </p:txBody>
          </p:sp>
          <p:sp>
            <p:nvSpPr>
              <p:cNvPr id="4149" name="Text Box 75"/>
              <p:cNvSpPr txBox="1">
                <a:spLocks noChangeArrowheads="1"/>
              </p:cNvSpPr>
              <p:nvPr/>
            </p:nvSpPr>
            <p:spPr bwMode="auto">
              <a:xfrm>
                <a:off x="4383155" y="4241131"/>
                <a:ext cx="1072965" cy="290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spcAft>
                    <a:spcPts val="1000"/>
                  </a:spcAft>
                  <a:buClrTx/>
                  <a:buSzTx/>
                  <a:buFontTx/>
                  <a:buNone/>
                </a:pPr>
                <a:r>
                  <a:rPr lang="en-GB" altLang="en-US" sz="1800">
                    <a:latin typeface="Calibri" panose="020F0502020204030204" pitchFamily="34" charset="0"/>
                  </a:rPr>
                  <a:t>get(aGrain)</a:t>
                </a:r>
                <a:endParaRPr lang="en-US" altLang="en-US" sz="1800"/>
              </a:p>
            </p:txBody>
          </p:sp>
          <p:sp>
            <p:nvSpPr>
              <p:cNvPr id="4150" name="Text Box 76"/>
              <p:cNvSpPr txBox="1">
                <a:spLocks noChangeArrowheads="1"/>
              </p:cNvSpPr>
              <p:nvPr/>
            </p:nvSpPr>
            <p:spPr bwMode="auto">
              <a:xfrm>
                <a:off x="5697807" y="4448763"/>
                <a:ext cx="1184572" cy="290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spcAft>
                    <a:spcPts val="1000"/>
                  </a:spcAft>
                  <a:buClrTx/>
                  <a:buSzTx/>
                  <a:buFontTx/>
                  <a:buNone/>
                </a:pPr>
                <a:r>
                  <a:rPr lang="en-GB" altLang="en-US" sz="1800">
                    <a:latin typeface="Calibri" panose="020F0502020204030204" pitchFamily="34" charset="0"/>
                  </a:rPr>
                  <a:t>load(aGrain)</a:t>
                </a:r>
                <a:endParaRPr lang="en-US" altLang="en-US" sz="1800"/>
              </a:p>
            </p:txBody>
          </p:sp>
          <p:sp>
            <p:nvSpPr>
              <p:cNvPr id="4151" name="Line 77"/>
              <p:cNvSpPr>
                <a:spLocks noChangeShapeType="1"/>
              </p:cNvSpPr>
              <p:nvPr/>
            </p:nvSpPr>
            <p:spPr bwMode="auto">
              <a:xfrm>
                <a:off x="1409027" y="4739448"/>
                <a:ext cx="5538776" cy="0"/>
              </a:xfrm>
              <a:prstGeom prst="line">
                <a:avLst/>
              </a:prstGeom>
              <a:noFill/>
              <a:ln w="952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en-GB"/>
              </a:p>
            </p:txBody>
          </p:sp>
          <p:sp>
            <p:nvSpPr>
              <p:cNvPr id="4152" name="Rectangle 78"/>
              <p:cNvSpPr>
                <a:spLocks noChangeArrowheads="1"/>
              </p:cNvSpPr>
              <p:nvPr/>
            </p:nvSpPr>
            <p:spPr bwMode="auto">
              <a:xfrm>
                <a:off x="6926251" y="4739448"/>
                <a:ext cx="131619" cy="295876"/>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sp>
            <p:nvSpPr>
              <p:cNvPr id="4153" name="Line 79"/>
              <p:cNvSpPr>
                <a:spLocks noChangeShapeType="1"/>
              </p:cNvSpPr>
              <p:nvPr/>
            </p:nvSpPr>
            <p:spPr bwMode="auto">
              <a:xfrm flipV="1">
                <a:off x="1387475" y="4241131"/>
                <a:ext cx="2676254" cy="0"/>
              </a:xfrm>
              <a:prstGeom prst="line">
                <a:avLst/>
              </a:prstGeom>
              <a:noFill/>
              <a:ln w="952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en-GB"/>
              </a:p>
            </p:txBody>
          </p:sp>
          <p:sp>
            <p:nvSpPr>
              <p:cNvPr id="4154" name="Text Box 80"/>
              <p:cNvSpPr txBox="1">
                <a:spLocks noChangeArrowheads="1"/>
              </p:cNvSpPr>
              <p:nvPr/>
            </p:nvSpPr>
            <p:spPr bwMode="auto">
              <a:xfrm>
                <a:off x="2357422" y="4000504"/>
                <a:ext cx="1528811" cy="325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spcAft>
                    <a:spcPts val="1000"/>
                  </a:spcAft>
                  <a:buClrTx/>
                  <a:buSzTx/>
                  <a:buFontTx/>
                  <a:buNone/>
                </a:pPr>
                <a:r>
                  <a:rPr lang="en-GB" altLang="en-US" sz="1800">
                    <a:latin typeface="Calibri" panose="020F0502020204030204" pitchFamily="34" charset="0"/>
                  </a:rPr>
                  <a:t>leave(aGoose)</a:t>
                </a:r>
                <a:endParaRPr lang="en-US" altLang="en-US" sz="1800"/>
              </a:p>
            </p:txBody>
          </p:sp>
          <p:sp>
            <p:nvSpPr>
              <p:cNvPr id="4155" name="Rectangle 81"/>
              <p:cNvSpPr>
                <a:spLocks noChangeArrowheads="1"/>
              </p:cNvSpPr>
              <p:nvPr/>
            </p:nvSpPr>
            <p:spPr bwMode="auto">
              <a:xfrm>
                <a:off x="4059881" y="4241131"/>
                <a:ext cx="131619" cy="2113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sp>
            <p:nvSpPr>
              <p:cNvPr id="4156" name="Line 82"/>
              <p:cNvSpPr>
                <a:spLocks noChangeShapeType="1"/>
              </p:cNvSpPr>
              <p:nvPr/>
            </p:nvSpPr>
            <p:spPr bwMode="auto">
              <a:xfrm flipV="1">
                <a:off x="1409027" y="5279290"/>
                <a:ext cx="4080191" cy="0"/>
              </a:xfrm>
              <a:prstGeom prst="line">
                <a:avLst/>
              </a:prstGeom>
              <a:noFill/>
              <a:ln w="952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en-GB"/>
              </a:p>
            </p:txBody>
          </p:sp>
          <p:sp>
            <p:nvSpPr>
              <p:cNvPr id="4157" name="Text Box 83"/>
              <p:cNvSpPr txBox="1">
                <a:spLocks noChangeArrowheads="1"/>
              </p:cNvSpPr>
              <p:nvPr/>
            </p:nvSpPr>
            <p:spPr bwMode="auto">
              <a:xfrm>
                <a:off x="3357554" y="5000636"/>
                <a:ext cx="1444476" cy="214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spcAft>
                    <a:spcPts val="1000"/>
                  </a:spcAft>
                  <a:buClrTx/>
                  <a:buSzTx/>
                  <a:buFontTx/>
                  <a:buNone/>
                </a:pPr>
                <a:r>
                  <a:rPr lang="en-GB" altLang="en-US" sz="1800">
                    <a:latin typeface="Calibri" panose="020F0502020204030204" pitchFamily="34" charset="0"/>
                  </a:rPr>
                  <a:t>leave(aGrain)</a:t>
                </a:r>
                <a:endParaRPr lang="en-US" altLang="en-US" sz="1800"/>
              </a:p>
            </p:txBody>
          </p:sp>
          <p:sp>
            <p:nvSpPr>
              <p:cNvPr id="4158" name="Rectangle 85"/>
              <p:cNvSpPr>
                <a:spLocks noChangeArrowheads="1"/>
              </p:cNvSpPr>
              <p:nvPr/>
            </p:nvSpPr>
            <p:spPr bwMode="auto">
              <a:xfrm>
                <a:off x="5460739" y="4490290"/>
                <a:ext cx="131619" cy="21134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pic>
          <p:nvPicPr>
            <p:cNvPr id="7" name="Picture 6"/>
            <p:cNvPicPr>
              <a:picLocks noChangeAspect="1"/>
            </p:cNvPicPr>
            <p:nvPr/>
          </p:nvPicPr>
          <p:blipFill>
            <a:blip r:embed="rId6"/>
            <a:stretch>
              <a:fillRect/>
            </a:stretch>
          </p:blipFill>
          <p:spPr>
            <a:xfrm>
              <a:off x="8362840" y="4547900"/>
              <a:ext cx="385163" cy="552001"/>
            </a:xfrm>
            <a:prstGeom prst="rect">
              <a:avLst/>
            </a:prstGeom>
            <a:ln>
              <a:solidFill>
                <a:schemeClr val="tx1"/>
              </a:solidFill>
            </a:ln>
          </p:spPr>
        </p:pic>
      </p:grpSp>
      <p:grpSp>
        <p:nvGrpSpPr>
          <p:cNvPr id="13" name="Group 12"/>
          <p:cNvGrpSpPr/>
          <p:nvPr/>
        </p:nvGrpSpPr>
        <p:grpSpPr>
          <a:xfrm>
            <a:off x="1408113" y="5286375"/>
            <a:ext cx="7349035" cy="1476375"/>
            <a:chOff x="1408113" y="5286375"/>
            <a:chExt cx="7349035" cy="1476375"/>
          </a:xfrm>
        </p:grpSpPr>
        <p:grpSp>
          <p:nvGrpSpPr>
            <p:cNvPr id="14" name="Group 116"/>
            <p:cNvGrpSpPr>
              <a:grpSpLocks/>
            </p:cNvGrpSpPr>
            <p:nvPr/>
          </p:nvGrpSpPr>
          <p:grpSpPr bwMode="auto">
            <a:xfrm>
              <a:off x="1408113" y="5286375"/>
              <a:ext cx="6895850" cy="1476375"/>
              <a:chOff x="1408595" y="5286174"/>
              <a:chExt cx="6895739" cy="1476903"/>
            </a:xfrm>
          </p:grpSpPr>
          <p:grpSp>
            <p:nvGrpSpPr>
              <p:cNvPr id="4127" name="Group 41"/>
              <p:cNvGrpSpPr>
                <a:grpSpLocks/>
              </p:cNvGrpSpPr>
              <p:nvPr/>
            </p:nvGrpSpPr>
            <p:grpSpPr bwMode="auto">
              <a:xfrm>
                <a:off x="7497599" y="5899113"/>
                <a:ext cx="806735" cy="591051"/>
                <a:chOff x="9709" y="11752"/>
                <a:chExt cx="1048" cy="797"/>
              </a:xfrm>
            </p:grpSpPr>
            <p:pic>
              <p:nvPicPr>
                <p:cNvPr id="4143" name="Picture 43" descr="http://www.geocities.com/Heartland/Valley/9106/miscan0031.gif"/>
                <p:cNvPicPr>
                  <a:picLocks noChangeAspect="1" noChangeArrowheads="1"/>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9709" y="11752"/>
                  <a:ext cx="516" cy="7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44" name="Picture 44" descr="http://www.geocities.com/Heartland/Valley/9106/duck1.gif"/>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10241" y="11752"/>
                  <a:ext cx="516" cy="7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128" name="Line 86"/>
              <p:cNvSpPr>
                <a:spLocks noChangeShapeType="1"/>
              </p:cNvSpPr>
              <p:nvPr/>
            </p:nvSpPr>
            <p:spPr bwMode="auto">
              <a:xfrm flipV="1">
                <a:off x="1430149" y="5549826"/>
                <a:ext cx="5484725" cy="0"/>
              </a:xfrm>
              <a:prstGeom prst="line">
                <a:avLst/>
              </a:prstGeom>
              <a:noFill/>
              <a:ln w="9525">
                <a:solidFill>
                  <a:srgbClr val="000000"/>
                </a:solidFill>
                <a:prstDash val="dash"/>
                <a:round/>
                <a:headEnd type="stealth"/>
                <a:tailEnd type="none" w="sm" len="lg"/>
              </a:ln>
              <a:extLst>
                <a:ext uri="{909E8E84-426E-40DD-AFC4-6F175D3DCCD1}">
                  <a14:hiddenFill xmlns:a14="http://schemas.microsoft.com/office/drawing/2010/main">
                    <a:noFill/>
                  </a14:hiddenFill>
                </a:ext>
              </a:extLst>
            </p:spPr>
            <p:txBody>
              <a:bodyPr/>
              <a:lstStyle/>
              <a:p>
                <a:endParaRPr lang="en-GB" dirty="0"/>
              </a:p>
            </p:txBody>
          </p:sp>
          <p:sp>
            <p:nvSpPr>
              <p:cNvPr id="4129" name="Text Box 87"/>
              <p:cNvSpPr txBox="1">
                <a:spLocks noChangeArrowheads="1"/>
              </p:cNvSpPr>
              <p:nvPr/>
            </p:nvSpPr>
            <p:spPr bwMode="auto">
              <a:xfrm>
                <a:off x="3286568" y="5286174"/>
                <a:ext cx="1711234" cy="290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spcAft>
                    <a:spcPts val="1000"/>
                  </a:spcAft>
                  <a:buClrTx/>
                  <a:buSzTx/>
                  <a:buFontTx/>
                  <a:buNone/>
                </a:pPr>
                <a:r>
                  <a:rPr lang="en-GB" altLang="en-US" sz="1800" dirty="0" err="1">
                    <a:latin typeface="Calibri" panose="020F0502020204030204" pitchFamily="34" charset="0"/>
                  </a:rPr>
                  <a:t>crossRiver</a:t>
                </a:r>
                <a:r>
                  <a:rPr lang="en-GB" altLang="en-US" sz="1800" dirty="0">
                    <a:latin typeface="Calibri" panose="020F0502020204030204" pitchFamily="34" charset="0"/>
                  </a:rPr>
                  <a:t>(</a:t>
                </a:r>
                <a:r>
                  <a:rPr lang="en-GB" altLang="en-US" sz="1800" dirty="0" err="1">
                    <a:latin typeface="Calibri" panose="020F0502020204030204" pitchFamily="34" charset="0"/>
                  </a:rPr>
                  <a:t>aBoat</a:t>
                </a:r>
                <a:r>
                  <a:rPr lang="en-GB" altLang="en-US" sz="1800" dirty="0">
                    <a:latin typeface="Calibri" panose="020F0502020204030204" pitchFamily="34" charset="0"/>
                  </a:rPr>
                  <a:t>)</a:t>
                </a:r>
                <a:endParaRPr lang="en-US" altLang="en-US" sz="1800" dirty="0"/>
              </a:p>
            </p:txBody>
          </p:sp>
          <p:sp>
            <p:nvSpPr>
              <p:cNvPr id="4130" name="Rectangle 88"/>
              <p:cNvSpPr>
                <a:spLocks noChangeArrowheads="1"/>
              </p:cNvSpPr>
              <p:nvPr/>
            </p:nvSpPr>
            <p:spPr bwMode="auto">
              <a:xfrm>
                <a:off x="6904867" y="5529062"/>
                <a:ext cx="131633" cy="211355"/>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sp>
            <p:nvSpPr>
              <p:cNvPr id="4131" name="Line 89"/>
              <p:cNvSpPr>
                <a:spLocks noChangeShapeType="1"/>
              </p:cNvSpPr>
              <p:nvPr/>
            </p:nvSpPr>
            <p:spPr bwMode="auto">
              <a:xfrm flipV="1">
                <a:off x="1408595" y="5819767"/>
                <a:ext cx="2676546" cy="0"/>
              </a:xfrm>
              <a:prstGeom prst="line">
                <a:avLst/>
              </a:prstGeom>
              <a:noFill/>
              <a:ln w="952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en-GB"/>
              </a:p>
            </p:txBody>
          </p:sp>
          <p:sp>
            <p:nvSpPr>
              <p:cNvPr id="4132" name="Text Box 90"/>
              <p:cNvSpPr txBox="1">
                <a:spLocks noChangeArrowheads="1"/>
              </p:cNvSpPr>
              <p:nvPr/>
            </p:nvSpPr>
            <p:spPr bwMode="auto">
              <a:xfrm>
                <a:off x="2143578" y="5572031"/>
                <a:ext cx="1731249" cy="290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spcAft>
                    <a:spcPts val="1000"/>
                  </a:spcAft>
                  <a:buClrTx/>
                  <a:buSzTx/>
                  <a:buFontTx/>
                  <a:buNone/>
                </a:pPr>
                <a:r>
                  <a:rPr lang="en-GB" altLang="en-US" sz="1800">
                    <a:latin typeface="Calibri" panose="020F0502020204030204" pitchFamily="34" charset="0"/>
                  </a:rPr>
                  <a:t>get(aGoose)</a:t>
                </a:r>
                <a:endParaRPr lang="en-US" altLang="en-US" sz="1800"/>
              </a:p>
            </p:txBody>
          </p:sp>
          <p:sp>
            <p:nvSpPr>
              <p:cNvPr id="4133" name="Text Box 91"/>
              <p:cNvSpPr txBox="1">
                <a:spLocks noChangeArrowheads="1"/>
              </p:cNvSpPr>
              <p:nvPr/>
            </p:nvSpPr>
            <p:spPr bwMode="auto">
              <a:xfrm>
                <a:off x="4422307" y="5790845"/>
                <a:ext cx="1364139" cy="281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spcAft>
                    <a:spcPts val="1000"/>
                  </a:spcAft>
                  <a:buClrTx/>
                  <a:buSzTx/>
                  <a:buFontTx/>
                  <a:buNone/>
                </a:pPr>
                <a:r>
                  <a:rPr lang="en-GB" altLang="en-US" sz="1800">
                    <a:latin typeface="Calibri" panose="020F0502020204030204" pitchFamily="34" charset="0"/>
                  </a:rPr>
                  <a:t>load(aGoose)</a:t>
                </a:r>
                <a:endParaRPr lang="en-US" altLang="en-US" sz="1800"/>
              </a:p>
            </p:txBody>
          </p:sp>
          <p:sp>
            <p:nvSpPr>
              <p:cNvPr id="4134" name="Line 92"/>
              <p:cNvSpPr>
                <a:spLocks noChangeShapeType="1"/>
              </p:cNvSpPr>
              <p:nvPr/>
            </p:nvSpPr>
            <p:spPr bwMode="auto">
              <a:xfrm flipV="1">
                <a:off x="1411674" y="6593993"/>
                <a:ext cx="2676546" cy="0"/>
              </a:xfrm>
              <a:prstGeom prst="line">
                <a:avLst/>
              </a:prstGeom>
              <a:noFill/>
              <a:ln w="952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en-GB"/>
              </a:p>
            </p:txBody>
          </p:sp>
          <p:sp>
            <p:nvSpPr>
              <p:cNvPr id="4135" name="Line 93"/>
              <p:cNvSpPr>
                <a:spLocks noChangeShapeType="1"/>
              </p:cNvSpPr>
              <p:nvPr/>
            </p:nvSpPr>
            <p:spPr bwMode="auto">
              <a:xfrm>
                <a:off x="1411674" y="6340367"/>
                <a:ext cx="5484725" cy="0"/>
              </a:xfrm>
              <a:prstGeom prst="line">
                <a:avLst/>
              </a:prstGeom>
              <a:noFill/>
              <a:ln w="952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en-GB"/>
              </a:p>
            </p:txBody>
          </p:sp>
          <p:sp>
            <p:nvSpPr>
              <p:cNvPr id="4136" name="Rectangle 94"/>
              <p:cNvSpPr>
                <a:spLocks noChangeArrowheads="1"/>
              </p:cNvSpPr>
              <p:nvPr/>
            </p:nvSpPr>
            <p:spPr bwMode="auto">
              <a:xfrm>
                <a:off x="6923342" y="6086741"/>
                <a:ext cx="131633" cy="295897"/>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sp>
            <p:nvSpPr>
              <p:cNvPr id="4137" name="Line 95"/>
              <p:cNvSpPr>
                <a:spLocks noChangeShapeType="1"/>
              </p:cNvSpPr>
              <p:nvPr/>
            </p:nvSpPr>
            <p:spPr bwMode="auto">
              <a:xfrm>
                <a:off x="1408595" y="6089708"/>
                <a:ext cx="5528603" cy="0"/>
              </a:xfrm>
              <a:prstGeom prst="line">
                <a:avLst/>
              </a:prstGeom>
              <a:noFill/>
              <a:ln w="952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en-GB"/>
              </a:p>
            </p:txBody>
          </p:sp>
          <p:sp>
            <p:nvSpPr>
              <p:cNvPr id="4138" name="Rectangle 96"/>
              <p:cNvSpPr>
                <a:spLocks noChangeArrowheads="1"/>
              </p:cNvSpPr>
              <p:nvPr/>
            </p:nvSpPr>
            <p:spPr bwMode="auto">
              <a:xfrm>
                <a:off x="4071285" y="5833116"/>
                <a:ext cx="131633" cy="211355"/>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sp>
            <p:nvSpPr>
              <p:cNvPr id="4139" name="Text Box 97"/>
              <p:cNvSpPr txBox="1">
                <a:spLocks noChangeArrowheads="1"/>
              </p:cNvSpPr>
              <p:nvPr/>
            </p:nvSpPr>
            <p:spPr bwMode="auto">
              <a:xfrm>
                <a:off x="2447806" y="6340367"/>
                <a:ext cx="1552690" cy="231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spcAft>
                    <a:spcPts val="1000"/>
                  </a:spcAft>
                  <a:buClrTx/>
                  <a:buSzTx/>
                  <a:buFontTx/>
                  <a:buNone/>
                </a:pPr>
                <a:r>
                  <a:rPr lang="en-GB" altLang="en-US" sz="1800">
                    <a:latin typeface="Calibri" panose="020F0502020204030204" pitchFamily="34" charset="0"/>
                  </a:rPr>
                  <a:t>leave(aGoose)</a:t>
                </a:r>
                <a:endParaRPr lang="en-US" altLang="en-US" sz="1800"/>
              </a:p>
            </p:txBody>
          </p:sp>
          <p:sp>
            <p:nvSpPr>
              <p:cNvPr id="4140" name="Text Box 98"/>
              <p:cNvSpPr txBox="1">
                <a:spLocks noChangeArrowheads="1"/>
              </p:cNvSpPr>
              <p:nvPr/>
            </p:nvSpPr>
            <p:spPr bwMode="auto">
              <a:xfrm>
                <a:off x="4159041" y="6088225"/>
                <a:ext cx="1711234" cy="290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spcAft>
                    <a:spcPts val="1000"/>
                  </a:spcAft>
                  <a:buClrTx/>
                  <a:buSzTx/>
                  <a:buFontTx/>
                  <a:buNone/>
                </a:pPr>
                <a:r>
                  <a:rPr lang="en-GB" altLang="en-US" sz="1800">
                    <a:latin typeface="Calibri" panose="020F0502020204030204" pitchFamily="34" charset="0"/>
                  </a:rPr>
                  <a:t>crossRiver(aBoat)</a:t>
                </a:r>
                <a:endParaRPr lang="en-US" altLang="en-US" sz="1800"/>
              </a:p>
            </p:txBody>
          </p:sp>
          <p:sp>
            <p:nvSpPr>
              <p:cNvPr id="4141" name="Rectangle 99"/>
              <p:cNvSpPr>
                <a:spLocks noChangeArrowheads="1"/>
              </p:cNvSpPr>
              <p:nvPr/>
            </p:nvSpPr>
            <p:spPr bwMode="auto">
              <a:xfrm>
                <a:off x="4088220" y="6551722"/>
                <a:ext cx="131633" cy="211355"/>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pic>
          <p:nvPicPr>
            <p:cNvPr id="8" name="Picture 7"/>
            <p:cNvPicPr>
              <a:picLocks noChangeAspect="1"/>
            </p:cNvPicPr>
            <p:nvPr/>
          </p:nvPicPr>
          <p:blipFill>
            <a:blip r:embed="rId7"/>
            <a:stretch>
              <a:fillRect/>
            </a:stretch>
          </p:blipFill>
          <p:spPr>
            <a:xfrm>
              <a:off x="8342584" y="5898742"/>
              <a:ext cx="414564" cy="585267"/>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linds(horizontal)">
                                      <p:cBhvr>
                                        <p:cTn id="7" dur="500"/>
                                        <p:tgtEl>
                                          <p:spTgt spid="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6"/>
                                        </p:tgtEl>
                                        <p:attrNameLst>
                                          <p:attrName>style.visibility</p:attrName>
                                        </p:attrNameLst>
                                      </p:cBhvr>
                                      <p:to>
                                        <p:strVal val="visible"/>
                                      </p:to>
                                    </p:set>
                                    <p:animEffect transition="in" filter="blinds(horizontal)">
                                      <p:cBhvr>
                                        <p:cTn id="12" dur="500"/>
                                        <p:tgtEl>
                                          <p:spTgt spid="10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10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blinds(horizontal)">
                                      <p:cBhvr>
                                        <p:cTn id="27" dur="1000"/>
                                        <p:tgtEl>
                                          <p:spTgt spid="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blinds(horizontal)">
                                      <p:cBhvr>
                                        <p:cTn id="32" dur="1000"/>
                                        <p:tgtEl>
                                          <p:spTgt spid="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blinds(horizontal)">
                                      <p:cBhvr>
                                        <p:cTn id="37" dur="1000"/>
                                        <p:tgtEl>
                                          <p:spTgt spid="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blinds(horizontal)">
                                      <p:cBhvr>
                                        <p:cTn id="42" dur="500"/>
                                        <p:tgtEl>
                                          <p:spTgt spid="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left)">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wipe(left)">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blinds(horizontal)">
                                      <p:cBhvr>
                                        <p:cTn id="57" dur="500"/>
                                        <p:tgtEl>
                                          <p:spTgt spid="20"/>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67684"/>
                                        </p:tgtEl>
                                        <p:attrNameLst>
                                          <p:attrName>style.visibility</p:attrName>
                                        </p:attrNameLst>
                                      </p:cBhvr>
                                      <p:to>
                                        <p:strVal val="visible"/>
                                      </p:to>
                                    </p:set>
                                    <p:animEffect transition="in" filter="blinds(horizontal)">
                                      <p:cBhvr>
                                        <p:cTn id="62" dur="500"/>
                                        <p:tgtEl>
                                          <p:spTgt spid="67684"/>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67685"/>
                                        </p:tgtEl>
                                        <p:attrNameLst>
                                          <p:attrName>style.visibility</p:attrName>
                                        </p:attrNameLst>
                                      </p:cBhvr>
                                      <p:to>
                                        <p:strVal val="visible"/>
                                      </p:to>
                                    </p:set>
                                    <p:animEffect transition="in" filter="blinds(horizontal)">
                                      <p:cBhvr>
                                        <p:cTn id="67" dur="500"/>
                                        <p:tgtEl>
                                          <p:spTgt spid="676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 grpId="0"/>
      <p:bldP spid="67684" grpId="0"/>
      <p:bldP spid="67685" grpId="0"/>
    </p:bldLst>
  </p:timing>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4</TotalTime>
  <Words>223</Words>
  <Application>Microsoft Office PowerPoint</Application>
  <PresentationFormat>On-screen Show (4:3)</PresentationFormat>
  <Paragraphs>36</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Calibri</vt:lpstr>
      <vt:lpstr>Tahoma</vt:lpstr>
      <vt:lpstr>Times New Roman</vt:lpstr>
      <vt:lpstr>Wingdings</vt:lpstr>
      <vt:lpstr>Blends</vt:lpstr>
      <vt:lpstr>PowerPoint Presentation</vt:lpstr>
      <vt:lpstr>PowerPoint Presentation</vt:lpstr>
      <vt:lpstr>PowerPoint Presentation</vt:lpstr>
    </vt:vector>
  </TitlesOfParts>
  <Company>University of Portsmouth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APADS</dc:title>
  <dc:creator>I. Jordanov</dc:creator>
  <cp:lastModifiedBy>Ivan Jordanov</cp:lastModifiedBy>
  <cp:revision>831</cp:revision>
  <cp:lastPrinted>2018-11-07T16:55:19Z</cp:lastPrinted>
  <dcterms:created xsi:type="dcterms:W3CDTF">2000-06-14T13:53:40Z</dcterms:created>
  <dcterms:modified xsi:type="dcterms:W3CDTF">2026-02-03T18:05:05Z</dcterms:modified>
</cp:coreProperties>
</file>